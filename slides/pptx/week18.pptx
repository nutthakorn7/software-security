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Week 16 is the capstone studio — no new examinable content, don't imply it's in scope. Before start: confirm exam version (rotate from exams/item-bank.md final pool), time, open/closed-note, integrity (no AI/phones). Keep talk minimal once the clock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section split exactly as printed. All 15 graded items map into the Weeks 10–15 block — this is closer to cumulative-in-name-only than a 60/40 split,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BOLA/API is the one people under-revise — it's 20 of 100 points across three sections, not a single "spot the vuln" line. The recall-vs-design 50/50 split and the explicit contrast with Week 8 (no payloads here) are the two framing points worth saying out loud. Show briefly; exam day — don't teach.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score-saver for the final: it rewards DESIGN reasoning (where the fix belongs), not just bug-spotting — and don't drop "API" from the mapping list, BOLA is graded. Say once, then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remind W19 = team CTF + graded demos; bring runnable project + SBOM/signed artifact/pipeline. Grade with exams/week18-…-answers.md.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— Written Exam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· emphasis on Weeks 10–15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150 minutes · 100 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Cumulative, emphasis Weeks 10–15 (Week 16 capstone is not separately examined)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sections: A Modern-stack concepts (30) · B Spot the Vuln (20) · C Applied (30) · D Design &amp; DevSecOps (20)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assessed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A thin foundation band (Weeks 1-6, lighter weight) plus a wide emphasis band (Weeks 10-15, most of the exam weight: BOLA/mass-assignment/rate-limits, memory safety, SLSA/SBOM/Cosign, cloud IAM, prompt injection, DevSecOps gates) — Week 16 capstone isn't examinable. Section A (30, modern-stack concepts) and B (20, spot-the-vuln) test recall; C (30, applied design, no payload required) and D (20, pipeline/incident design) test design reasoning — 50/50. Unlike Week 8's midterm, which devoted 30 points to writing an actual SQL injection payload, Week 18 requires zero points of payload-writing: the shift is from writing exploits to designing fixes.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design, not just single bugs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name the mitigation + where it belongs in the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finding to OWASP 2025 / API Security Top 10 / LLM Top 10 / CWE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19: capstone CTF tournament + project demos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18 · Final</dc:title>
  <dc:subject>PptxGenJS Presentation</dc:subject>
  <dc:creator>Nutthakorn Chalaemwongwan</dc:creator>
  <cp:lastModifiedBy>Nutthakorn Chalaemwongwan</cp:lastModifiedBy>
  <cp:revision>1</cp:revision>
  <dcterms:created xsi:type="dcterms:W3CDTF">2026-09-26T14:49:49Z</dcterms:created>
  <dcterms:modified xsi:type="dcterms:W3CDTF">2026-09-26T14:49:49Z</dcterms:modified>
</cp:coreProperties>
</file>