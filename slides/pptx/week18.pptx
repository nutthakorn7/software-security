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Proctor deck. Before start: confirm exam version (rotate from exams/item-bank.md final pool), time, open/closed-note, integrity (no AI/phones). Keep talk minimal once the clock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 the blanks aloud (e.g. 150 min). Cumulative but ~60–70% from W10–16; sections mirror the midterm (concepts / spot-vuln / applied / design).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briefly; matches the W17 mock. Exam day — don't teach.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score-saver for the final: it rewards DESIGN reasoning (where the fix belongs), not just bug-spotting. Say once, then start.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remind W19 = team CTF + graded demos; bring runnable project + SBOM/signed artifact/pipeline. Grade with exams/week18-…-answers.md.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18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— Written Exam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· emphasis on Weeks 10–16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/ open-note: (set by instructor)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Cumulative; weighted toward the modern-stack half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18 · Final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assessed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139696"/>
          </a:xfrm>
          <a:prstGeom prst="roundRect">
            <a:avLst>
              <a:gd name="adj" fmla="val 34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Supply-chain integrity (SLSA / SBOM / Cosign)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/ IAM least privilege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&amp; agentic threat modeling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DevSecOps gate design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"Spot the vuln / design the fix" across the term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Memory-safe-language &amp; Secure-by-Design tradeoffs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18 · Final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about design, not just single bugs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name the mitigation + where it belongs in the pipeline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to OWASP 2025 / LLM Top 10 / CWE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18 · Final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luck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19: capstone CTF tournament + project demos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18 · Final</dc:title>
  <dc:subject>PptxGenJS Presentation</dc:subject>
  <dc:creator>Nutthakorn Chalaemwongwan</dc:creator>
  <cp:lastModifiedBy>Nutthakorn Chalaemwongwan</cp:lastModifiedBy>
  <cp:revision>1</cp:revision>
  <dcterms:created xsi:type="dcterms:W3CDTF">2026-06-29T11:31:12Z</dcterms:created>
  <dcterms:modified xsi:type="dcterms:W3CDTF">2026-06-29T11:31:12Z</dcterms:modified>
</cp:coreProperties>
</file>