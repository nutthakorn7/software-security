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18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— Written Exam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· emphasis on Weeks 10–16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/ open-note: (set by instructor)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Cumulative; weighted toward the modern-stack half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assessed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integrity (SLSA / SBOM / Cosign)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/ IAM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agentic threat modeling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gate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"Spot the vuln / design the fix" across the term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Memory-safe-language &amp; Secure-by-Design tradeoffs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about design, not just single bugs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name the mitigation + where it belongs in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OWASP 2025 / LLM Top 10 / CWE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luck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19: capstone CTF tournament + project demos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18 · Final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