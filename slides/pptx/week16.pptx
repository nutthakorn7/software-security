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16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Studio &amp; CTF Warm-up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Work-in-progress capstone demos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peer review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Practice CTF tournament (previews Week 19)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— what good looks like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threat model → real vulnerabilities → working fixes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+ signed artifact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CI pipeline that gates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Story: attack → root cause → fix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format (today, ungraded)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 demo + 5-min Q&amp;A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one full attack→fix walkthrough live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peer feedback before the graded Week 19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review rubric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threat model complete?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findings CWE/OWASP-mapped &amp; reproduced?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fixes actually close the bug?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pipeline real (fails on findings)?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Practice CTF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web / API / supply-chain / LLM / binary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scrimmage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run for the Week 19 tournament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Week 19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gaps peers flagged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SBOM + signing +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 the demo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pre-final review (Week 17)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final — Wk 18 written · Wk 19 capstone CTF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16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