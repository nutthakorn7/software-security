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day, not a lecture. Frame: this is the dress rehearsal for the graded Week 19. Goal = every team leaves knowing exactly what to fix.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Time-box: WIP demos + peer review first half, practice CTF second half (300-min block). Keep demos strictly timed so everyone presents.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bar before demos so teams self-assess. This = the Week 19 graded rubric (project/README.md). Emphasize the narrative: attack → root cause → fix is what scores.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on a timer (15 min/team). "Ungraded" lowers stakes so they expose weak spots now. Insist on a LIVE walkthrough, not slides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each team this as a checklist to score the team presenting (use scrimmage.md). Peer feedback in writing → the presenting team gets a punch-list. This is the main value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scrimmage (scrimmage.md / item-bank CTF pool) in the exact W19 team format so the final has no surprises. Leaderboard on CTFd. ~2.5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off with a concrete punch-list (the peer feedback). Remind: W19 demo is graded + the final CTF tournament.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W17 review. Confirm project repos are runnable before the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Studio &amp; CTF Warm-up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Work-in-progress capstone demos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peer review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Practice CTF tournament (previews Week 19)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— what good looks like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threat model → real vulnerabilities → working fixes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 pipeline that gates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Story: attack → root cause →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format (today, ungraded)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demo + 5-min Q&amp;A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one full attack→fix walkthrough live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peer feedback before the graded Week 19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review rubric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threat model complete?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findings CWE/OWASP-mapped &amp; reproduced?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fixes actually close the bug?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pipeline real (fails on findings)?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Practice CTF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web / API / supply-chain / LLM / binary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scrimmage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run for the Week 19 tournament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Week 19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gaps peers flagged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SBOM + signing +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the demo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pre-final review (Week 17)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final — Wk 18 written · Wk 19 capstone CTF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16</dc:title>
  <dc:subject>PptxGenJS Presentation</dc:subject>
  <dc:creator>Nutthakorn Chalaemwongwan</dc:creator>
  <cp:lastModifiedBy>Nutthakorn Chalaemwongwan</cp:lastModifiedBy>
  <cp:revision>1</cp:revision>
  <dcterms:created xsi:type="dcterms:W3CDTF">2026-06-29T11:31:12Z</dcterms:created>
  <dcterms:modified xsi:type="dcterms:W3CDTF">2026-06-29T11:31:12Z</dcterms:modified>
</cp:coreProperties>
</file>