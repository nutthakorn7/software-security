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feed random bytes to a C program until it crashes, then turn that crash into "execute my code." This week is the closest to classic hacking — and to why the world is moving to Rust.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Arc of the week: find (fuzz) → understand (debug) → exploit (pwn) → defend (mitigations) → cure (Rust). Lab follows the same arc.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Motivate hard. ~70% of Microsoft/Chrome severe CVEs are memory-safety bugs — that stat lands. It's now government policy (CISA Secure by Design, White House ONCD memory-safety report). This isn't legacy trivia; it's current.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draw the stack on the board. A local buffer sits BELOW the saved return address; writing past the buffer marches upward into the return address. Control the return address = control where the CPU jumps next. This is THE concept of the week.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the family. Note these aren't only stack overflows — UAF (free then use) and format-string are just as exploitable. CWE-787 (out-of-bounds write) is consistently the top-1 in the CWE Top 25.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fuzzing (now hands-on). Coverage-guided = the fuzzer mutates inputs and keeps the ones that reach NEW code, so it "learns" its way to deep bugs. ASan turns a silent corruption into a precise crash report. This is round 1 of the game.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exploit method. Cyclic pattern (De Bruijn) tells you EXACTLY how many bytes until the return address. Then overwrite it with the address of win(). Format string: %x leaks stack, %n writes — a primitive most students haven't seen. This is round 2 (pwn).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defense breaks one step of the previous slide: canary detects the overwrite, NX stops shellcode-on-stack, ASLR/PIE hide the addresses. Key honest point: they raise cost, they don't eliminate the bug — attackers chain leaks to defeat them.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of the week. Mitigations are a treadmill; memory-safe languages END the bug class. Rust's borrow checker makes UAF a compile error, not a CVE. This is exactly where industry + government are steering.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3 rounds before lab. Round 1 = instant feedback (it crashes or not). Round 3 (defend + Rust rewrite) is graded and the real lesson. Q6 of the quiz asks for the crashing input + the defense.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Rust rewrite + "why it's now impossible" is the key deliverable — it proves they understand the cure, not just the exploit.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"why aren't stack canaries enough?" (they detect, don't prevent; bypassable via leaks — the cure is memory safety).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one poisoned dependency owns thousands of victims; we'll replay xz and SolarWinds-style attacks."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11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Memory-Safety &amp; Exploitation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C/C++ memory model &amp;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bugs with 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→ control hijack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+ the memory-safe language shift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Fuzzing Race → Pwn the Binary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still matters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C/C++ runs the world's critical infrastructure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bugs = ~70% of severe CVEs historically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 national-policy issue (CISA/ONCD roadmaps)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 frame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buffer ][ saved registers ][ return address 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↑ overwrite this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gets/strcpy/unchecked memcpy → overflow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return address → redirect execution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classes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CWE-121 stack overflow · CWE-787 OOB write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CWE-416 use-after-free · CWE-134 format string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CWE-193 off-by-one · integer overflow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bugs are found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   # libFuzzer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afl-fuzz -i seeds -o out -- ./vuln @@                          # AFL++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mutation finds crashes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for root cause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Exploiting a stack overflow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offset to return address (cyclic pattern)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RA → jump to win() / shellcode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string: %x%x%x leak, %n write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Mitigations raise the bar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canaries — detect overwrite before return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ASLR — randomize addresses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NX/DEP — no code execution on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— position-independent executables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…each makes the same exploit harder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fix: memory-safe languages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/ Go remove whole bug classes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 + ONCD: move off C/C++ for new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checker / bounds checks = no overflow, no UAF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Game — Fuzzing Race → Pwn the Binary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(Fuzzing Race): first team to crash the target wins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(Pwn): exploit the overflow / format string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rebuild with canary+ASLR+PIE, then rewrite in Rust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11 — labs/week11-memory-safety-exploitation/worksheet.md (Part 3) · kickoff: clang -fsanitize=address,fuzzer fuzz_harness.c -o fuzz &amp;&amp; ./fuzz (in the Linux VM)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crash + exploit 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Ghidra/gdb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Memory-safe (Rust) rewrite + why the bug is now impossible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 to find, debug to understand, mitigate to slow attackers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≠ cure — memory-safe languages are the cure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industry is moving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Software supply-chain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11</dc:title>
  <dc:subject>PptxGenJS Presentation</dc:subject>
  <dc:creator>Nutthakorn Chalaemwongwan</dc:creator>
  <cp:lastModifiedBy>Nutthakorn Chalaemwongwan</cp:lastModifiedBy>
  <cp:revision>1</cp:revision>
  <dcterms:created xsi:type="dcterms:W3CDTF">2026-06-28T13:20:40Z</dcterms:created>
  <dcterms:modified xsi:type="dcterms:W3CDTF">2026-06-28T13:20:40Z</dcterms:modified>
</cp:coreProperties>
</file>