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Memory-Safety &amp; Exploitation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C/C++ memory model &amp;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bugs with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→ control hijack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the memory-safe language shift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Fuzzing Race → Pwn the Binary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still matters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runs the world's critical infrastructure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bugs = ~70% of severe CVEs historically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national-policy issue (CISA/ONCD roadmaps)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frame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buffer ][ saved registers ][ return address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↑ overwrite this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gets/strcpy/unchecked memcpy → overflow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return address → redirect execution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classes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CWE-121 stack overflow · CWE-787 OOB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CWE-416 use-after-free · CWE-134 format string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CWE-193 off-by-one · integer overflow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bugs are found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   # libFuzzer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afl-fuzz -i seeds -o out -- ./vuln @@                          # AFL++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mutation finds crashes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for root cause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Exploiting a stack overflow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offset to return address (cyclic pattern)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RA → jump to win() / shellcode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string: %x%x%x leak, %n write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raise the bar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— detect overwrite before return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ASLR — randomize addresses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NX/DEP — no code execution on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— position-independent executables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…each makes the same exploit harder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fix: memory-safe languages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/ Go remove whole bug classes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 + ONCD: move off C/C++ for new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checker / bounds checks = no overflow, no UAF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Game — Fuzzing Race → Pwn the Binary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(Fuzzing Race): first team to crash the target wins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(Pwn): exploit the overflow / format string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rebuild with canary+ASLR+PIE, then rewrite in Rust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crash + exploit 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Ghidra/gdb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 (Rust) rewrite + why the bug is now impossible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to find, debug to understand, mitigate to slow attackers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≠ cure — memory-safe languages are the cure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industry is moving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Software supply-chain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11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