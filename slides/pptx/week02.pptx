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Hook: open by running a scanner live on a flawed repo and let a finding pop up in seconds — "this is how the industry finds bugs at scale." Today = the tools + the mindset of catching bugs early.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Roadmap, 1 min. Flag the lab: scan a deliberately flawed repo, triage by CWE, then fix. Bonus: first team to crash a target with a fuzzer.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Bridge from W1. W1 = think (design). W2 = automate (code). Remind the cost curve: a bug caught in CI costs ~1×, in production ~100×.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phases on the board; ask "where can security live?" (answer: every phase). Threat modeling = design; SAST/secret scan = code/commit; DAST = test; monitoring = operate. "Shift left" = move detection earlier.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mental map for the whole unit. Stress: no single tool finds everything — they see different things. Tie each to a later week (SCA → W12, DAST → Burp in W4-6).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classic comparison students confuse. Analogy: SAST = proofreading the recipe; DAST = tasting the cooked dish. SAST sees a hardcoded secret DAST never will; DAST sees an auth bypass SAST can't.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make-it-concrete slide — point at the exact lines each tool fires on. This is the `vulnerable-repo/app.py` they'll scan in the lab. Ask: "which tool finds the secret? which finds the SQLi? could one tool find both?" ~6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Fuzzing is the highest-yield bug finder in industry (most memory CVEs come from it). Explain coverage-guided = the fuzzer "learns" inputs that reach new code. Deep dive + exploit comes in W11. ~5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Crucial professional skill: a scanner that cries wolf gets ignored. Show a likely false positive vs a real one. Teach: every finding gets a CWE + a TP/FP call + a one-line justification. ~4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real tools they'll see in industry/internships. SonarQube = quality gate; GHAS = security native in GitHub. Connect "technical debt" to the cost curve from the recap.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game before lab: speed + accuracy. Penalize wild guessing (misclassified subtracts) so they must justify each finding. Mirrors a real bug-bounty triage queue.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Quick, fun, instant feedback (it crashes or it doesn't). Sets up W11. If short on time, make this a demo.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graded output. Remind them to also scan the NoteVault project target (worksheet task) and to do the AI-resilient tasks. Point to scan.sh.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Recap, 3 lines. Cold-call: "name a bug SAST would miss but DAST would catch."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Cliffhanger: "Next week we break crypto — crack passwords and decrypt a secret in minutes." Remind: scanners ready in their VM.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SDLC, Tooling &amp; Fuzzing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across the SDLC ("shift left")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· DAST · SCA · secret scanning · 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Triaging findings by CWE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🏁 Game: Bug Triage Race + a Fuzzing Race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Week 1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modeling finds design flaws (before code)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week: find implementation flaws — automatically, at scale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goal: catch it early, cheap to fix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across the SDLC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→ Design → Code → Build → Test → Deploy → Operate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has security activities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left: find issues early — cheaper to fix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DevSecOps = security automated into the pipeline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tooling families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Tool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What it sees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When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source code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code/commit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DAST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running app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test/staging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SCA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dependencies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build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Secret scanning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secrets in code/history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commit/CI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3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Fuzzing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runtime + random inputs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</a:rPr>
                        <a:t>test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7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SAST vs DAST in one line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SAST — reads the code, finds bug patterns (no running). Many false positives.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 — attacks the live app from outside. Fewer FPs, misses source-level issues.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86584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E8EDF3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— they find different things.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example: what each tool catches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10512"/>
          </a:xfrm>
          <a:prstGeom prst="roundRect">
            <a:avLst>
              <a:gd name="adj" fmla="val 3030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@app.route("/user")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user():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name = request.args.get("name")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 = "SELECT * FROM users WHERE name='%s'" % name   # SAST → CWE-89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db.execute(q).fetchall()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AWS_SECRET = "wJalr...EXAMPLEKEY"                       # Gitleaks → CWE-798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300984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3410712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Semgrep (SAST): flags the string-built SQL query (CWE-89)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Gitleaks (secret scan): flags the hardcoded AWS key (CWE-798)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DAST/fuzzer: would catch a crash/SQLi by hitting /user, not reading it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Fuzzing — how real CVEs are found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random/mutated inputs, watch for crashes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Coverage-guided (libFuzzer/AFL++) explores new code paths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 with sanitizers (ASan) to pinpoint the bug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6974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7706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clang -fsanitize=address,fuzzer harness.c -o fuzz &amp;&amp; ./fuzz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Triage: not every finding is a bug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positive vs false positive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each to a CWE + severity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by exploitability × impact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kills trust in tools — triage well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you'll meet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SonarQube — code quality + SAST against the "7 axes" (bugs, duplication, complexity, coverage…)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Advanced Security (GHAS) — CodeQL + secret scanning + Dependabot, native in the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technical debt early — cheaper than re-work later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🏁 Game — Bug Triage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Semgrep + Gitleaks on the flawed repo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true positives − misclassified · live scoreboard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457200" y="2386584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459736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"$PWD:/src" semgrep/semgrep semgrep --config p/default /src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run --rm -v "$PWD:/repo" zricethezav/gitleaks:latest detect -s /repo -v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🐝 Mini-game — Fuzzing Race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team to make the provided target crash wins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crash → one root-cause note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fuzz→exploit lab returns in Week 11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2 — 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findings triage table: tool, CWE, severity, TP/FP, fix idea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true positives + 1 false positive (justified)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fuzzing crash with a one-line root cause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Audit the AI and EiPE / Prompt Problem (see worksheet)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tool finds everything — layer SAST/DAST/SCA/fuzzing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by CWE + severity; kill the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Fuzzing is the highest-yield bug finder — automate it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2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Cryptography used correctly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2</dc:title>
  <dc:subject>PptxGenJS Presentation</dc:subject>
  <dc:creator>Nutthakorn Chalaemwongwan</dc:creator>
  <cp:lastModifiedBy>Nutthakorn Chalaemwongwan</cp:lastModifiedBy>
  <cp:revision>1</cp:revision>
  <dcterms:created xsi:type="dcterms:W3CDTF">2026-06-28T10:05:47Z</dcterms:created>
  <dcterms:modified xsi:type="dcterms:W3CDTF">2026-06-28T10:05:47Z</dcterms:modified>
</cp:coreProperties>
</file>