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11480"/>
            <a:ext cx="18745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566928"/>
            <a:ext cx="1563624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SDLC, Tooling &amp; Fuzzing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across the SDLC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SAST / DAST / SCA / secret scanning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Fuzzing — the modern bug-finder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Triaging findings by CWE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Bug Triage Race + Fuzzing Race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Week 1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modeling finds *design* flaws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week: find *implementation* flaws — automatically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left: catch bugs before they ship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across the SDLC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→ Design → Code → Build → Test → Deploy → Operate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07568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has security activities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left: find issues early — cheaper to fix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DevSecOps = security automated into the pipeline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tooling families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Tool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What it sees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When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SAST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source code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code/commit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DAST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running app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test/staging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SCA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dependencies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build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Secret scanning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secrets in code/history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commit/CI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Fuzzing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runtime + random inputs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test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7" name="Shape 3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SAST vs DAST in one line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SAST — reads the code, finds bug patterns (no running). Many false positives.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DAST — attacks the live app from outside. Fewer FPs, misses source-level issues.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86584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1E2B45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both — they find different things.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 &amp; secret scanning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 — your dependencies' known CVEs (deep dive in Wk 12)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scanning — API keys/passwords committed to git history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run automatically in CI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you'll meet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SonarQube — code quality + SAST against the "7 axes" (bugs, duplication, complexity, coverage…)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Advanced Security (GHAS) — CodeQL + secret scanning + Dependabot, native in the repo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technical debt early — cheaper than re-work later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Fuzzing — how real CVEs are found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random/mutated inputs, watch for crashes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Coverage-guided (libFuzzer/AFL++) explores new paths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with sanitizers (ASan) to pinpoint the bug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69748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77063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clang -fsanitize=address,fuzzer harness.c -o fuzz &amp;&amp; ./fuzz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Triage: not every finding is a bug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positive vs false positive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each to a CWE + severity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 by exploitability × impact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kills trust in tools — triage well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🏁 Game — Bug Triage Race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Semgrep + Gitleaks on a flawed repo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true positives − misclassified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scoreboard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6974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7706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-v "$PWD:/src" semgrep/semgrep semgrep --config p/default /src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-v "$PWD:/repo" zricethezav/gitleaks:latest detect -s /repo -v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🐝 Mini-game — Fuzzing Race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team to make the provided target crash wins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crash → one root-cause note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fuzz→exploit lab returns in Week 11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2 — 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findings triage table: tool, CWE, severity, TP/FP, fix idea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true positives + 1 false positive (justified)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fuzzing crash with a one-line root cause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tool finds everything — layer SAST/DAST/SCA/fuzzing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by CWE + severity; kill the noise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Fuzzing is the highest-yield bug finder — automate it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Cryptography used correctly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2</dc:title>
  <dc:subject>PptxGenJS Presentation</dc:subject>
  <dc:creator>Nutthakorn Chalaemwongwan</dc:creator>
  <cp:lastModifiedBy>Nutthakorn Chalaemwongwan</cp:lastModifiedBy>
  <cp:revision>1</cp:revision>
  <dcterms:created xsi:type="dcterms:W3CDTF">2026-06-28T03:45:06Z</dcterms:created>
  <dcterms:modified xsi:type="dcterms:W3CDTF">2026-06-28T03:45:06Z</dcterms:modified>
</cp:coreProperties>
</file>