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SDLC, Tooling &amp; Fuzzing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across the SDLC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/ DAST / SCA / secret scanning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— the modern bug-finder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Triaging findings by CWE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Bug Triage Race + Fuzzing Race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1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 finds design flaws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find implementation flaws — automatically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left: catch bugs before they ship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across the SDLC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Design → Code → Build → Test → Deploy → Operate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security activities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left: find issues early — cheaper to fix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= security automated into the pipeline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tooling families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it sees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source code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code/commit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running app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test/staging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SCA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dependencies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build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Secret scanning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secrets in code/history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commit/CI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Fuzzing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runtime + random inputs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SAST vs DAST in one 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— reads the code, finds bug patterns (no running). Many false positives.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 — attacks the live app from outside. Fewer FPs, misses source-level issues.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— they find different things.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 &amp; secret scanning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— your dependencies' known CVEs (deep dive in Wk 12)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— API keys/passwords committed to git history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run automatically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you'll meet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— code quality + SAST against the "7 axes" (bugs, duplication, complexity, coverage…)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Advanced Security (GHAS) — CodeQL + secret scanning + Dependabot, native in the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technical debt early — cheaper than re-work later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real CVEs are found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random/mutated inputs, watch for crashes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(libFuzzer/AFL++) explores new paths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to pinpoint the bug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Triage: not every finding is a bug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 vs false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to a CWE + severity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by exploitability ×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kills trust in tools — triage well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🏁 Game — Bug Triage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Semgrep + Gitleaks on a flawed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true positives − misclassified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scoreboard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semgrep/semgrep semgrep --config p/default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"$PWD:/repo" zricethezav/gitleaks:latest detect -s /repo -v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🐝 Mini-game — Fuzzing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team to make the provided target crash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crash → one root-cause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fuzz→exploit lab returns in Week 11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findings triage table: tool, CWE, severity, TP/FP, fix idea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true positives + 1 false positive (justified)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fuzzing crash with a one-line root cause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tool finds everything — layer SAST/DAST/SCA/fuzzing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CWE + severity; kill the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is the highest-yield bug finder — automate 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Cryptography used correctly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2</dc:title>
  <dc:subject>PptxGenJS Presentation</dc:subject>
  <dc:creator>Nutthakorn Chalaemwongwan</dc:creator>
  <cp:lastModifiedBy>Nutthakorn Chalaemwongwan</cp:lastModifiedBy>
  <cp:revision>1</cp:revision>
  <dcterms:created xsi:type="dcterms:W3CDTF">2026-06-28T04:36:06Z</dcterms:created>
  <dcterms:modified xsi:type="dcterms:W3CDTF">2026-06-28T04:36:06Z</dcterms:modified>
</cp:coreProperties>
</file>