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open by running a scanner live on a flawed repo and let a finding pop up in seconds — "this is how the industry finds bugs at scale." Today = the tools + the mindset of catching bugs early.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Flag the lab: scan a deliberately flawed repo, triage by CWE, then fix. Bonus: first team to crash a target with a fuzzer.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W1. W1 = think (design). W2 = automate (code). Remind the cost curve: a bug caught in CI costs ~1×, in production ~100×.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phases on the board; ask "where can security live?" (answer: every phase). Threat modeling = design; SAST/secret scan = code/commit; DAST = test; monitoring = operate. "Shift left" = move detection earlier.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map for the whole unit. Stress: no single tool finds everything — they see different things. Tie each to a later week (SCA → W12, DAST → Burp in W4-6).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comparison students confuse. Analogy: SAST = proofreading the recipe; DAST = tasting the cooked dish. SAST sees a hardcoded secret DAST never will; DAST sees an auth bypass SAST can't.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make-it-concrete slide — point at the exact lines each tool fires on. This is the `vulnerable-repo/app.py` they'll scan in the lab. Ask: "which tool finds the secret? which finds the SQLi? could one tool find both?"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Fuzzing is the highest-yield bug finder in industry (most memory CVEs come from it). Explain coverage-guided = the fuzzer "learns" inputs that reach new code. Deep dive + exploit comes in W11.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professional skill: a scanner that cries wolf gets ignored. Show a likely false positive vs a real one. Teach: every finding gets a CWE + a TP/FP call + a one-line justification.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real tools they'll see in industry/internships. SonarQube = quality gate; GHAS = security native in GitHub. Connect "technical debt" to the cost curve from the recap.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lab: speed + accuracy. Penalize wild guessing (misclassified subtracts) so they must justify each finding. Mirrors a real bug-bounty triage queue.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Quick, fun, instant feedback (it crashes or it doesn't). Sets up W11. If short on time, make this a demo.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graded output. Remind them to also scan the NoteVault project target (worksheet task) and to do the AI-resilient tasks. Point to scan.sh.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3 lines. Cold-call: "name a bug SAST would miss but DAST would catch."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break crypto — crack passwords and decrypt a secret in minutes." Remind: scanners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 ("shift left")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DAST · SCA · secret scanning ·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 Game: Bug Triage Race + a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design flaws (before code)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implementation flaws — automatically, at scale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goal: catch it early, cheap to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what each tool catches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@app.route("/user")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user():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request.args.get("name")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"SELECT * FROM users WHERE name='%s'" % name   # SAST → CWE-89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db.execute(q).fetchall()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AWS_SECRET = "wJalr...EXAMPLEKEY"                       # Gitleaks → CWE-798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30098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41071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(SAST): flags the string-built SQL query (CWE-89)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(secret scan): flags the hardcoded AWS key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DAST/fuzzer: would catch a crash/SQLi by hitting /user, not reading 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code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— code quality + SAST against the "7 axes" (bugs, duplication, complexity, coverage…)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Advanced Security (GHAS) — CodeQL + secret scanning + Dependabot, native in the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the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 · 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45973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semgrep/semgrep semgrep --config p/default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"$PWD:/repo" zricethezav/gitleaks:latest detect -s /repo -v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true positives + 1 false positive (justified)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and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2026-06-28T09:48:13Z</dcterms:created>
  <dcterms:modified xsi:type="dcterms:W3CDTF">2026-06-28T09:48:13Z</dcterms:modified>
</cp:coreProperties>
</file>