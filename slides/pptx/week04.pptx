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type one quote mark into a login box and become admin — promise that demo. Injection is the oldest trick that still works. Today they exploit it, then fix it for real.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Tell them the one big idea (data becomes code) unifies SQLi, command injection, and even XSS next week. Lab = exploit DVWA/Juice Shop then patch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Last week we protected data at rest; today the attacker sends malicious data IN. Cold-call: "how should we store passwords?" to check W3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 — say it twice. Every injection is the same shape: an interpreter can't tell your data from its own instructions. Ask the class to name interpreters in a typical app (DB, shell, template).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string-concatenation on the board: show how the quote in the input lands inside the SQL string and breaks out. Distinguish UNION (read other tables in one shot) vs blind (no output → infer via true/false or timing).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slow down here. Decompose the payload token by token; this is exactly the SQLi Boss Fight round 1. Stress the space after `--` (MySQL needs it) — the #1 reason a student's payload "doesn't work".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 — these are careers ended and companies fined. Equifax = a single unpatched input parser. Tie back: every breach here started as "untrusted data interpreted as code".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principle that recurs all term. Block-lists always lose (attackers invent new payloads); allow-lists define what's acceptable. Emphasize: validation is defense-in-depth, NOT the primary SQLi fix (that's parameterization — next).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injection isn't just login boxes — any input reaching an interpreter. Note verbose DB errors are a gift to attackers (schema leakage). Reiterate ethics: sqlmap only on provided sandbox targets.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pattern, deadlier outcome (RCE = own the server, not just the DB). Walk the metacharacters: `;` chains a second command. Ask: "what does `8.8.8.8; cat /etc/passwd` run?"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to W1's /upload threat model — now it's a full exploit chain. The webshell is tiny and total. This reappears in the W6 log-reading slide. Stress the layered fix (type + extension + location + no-exec).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map every lab finding to a CWE id. Quick slide — these are the ids to cite in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 message: parameterization makes data STAY data — the DB never parses it as SQL. For shells, pass an argv array, not a string. Least-privilege limits blast radius if they still get in.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levels escalate (raw → quoted → filtered → boss). Round 2 (patch it) is where the real learning is — and the deliverable. Leaderboard on capture time. Flags are per-student.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Circulate with TAs. Remind: step 4 (rewrite + prove the payload now fails) is graded, not just the exploit. Also kick off the NoteVault project injection task (worksheet).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before AND after code + proof. The AI-resilient tasks are part of the grade. Q6 of this week's quiz asks for their own payload + personal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Cold-call: "what's the ONE fix for SQLi?" (parameterized queries).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the same trick runs in the victim's browser — and skims credit cards." Remind DVWA/Juice Shop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or Juice Shop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0208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020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4780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29352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3924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3924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endpoint safely &amp; re-test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2026-06-28T12:00:30Z</dcterms:created>
  <dcterms:modified xsi:type="dcterms:W3CDTF">2026-06-28T12:00:30Z</dcterms:modified>
</cp:coreProperties>
</file>