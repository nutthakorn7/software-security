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type one quote mark into a login box and become admin — promise that demo. Injection is the oldest trick that still works. Today they exploit it, then fix it for real.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Tell them the one big idea (data becomes code) unifies SQLi, command injection, and even XSS next week. Lab = exploit DVWA/Juice Shop then patch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Last week we protected data at rest; today the attacker sends malicious data IN. Cold-call: "how should we store passwords?" to check W3 stuck.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model for the whole week — say it twice. Every injection is the same shape: an interpreter can't tell your data from its own instructions. Ask the class to name interpreters in a typical app (DB, shell, template).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string-concatenation on the board: show how the quote in the input lands inside the SQL string and breaks out. Distinguish UNION (read other tables in one shot) vs blind (no output → infer via true/false or timing).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slow down here. Decompose the payload token by token; this is exactly the SQLi Boss Fight round 1. Stress the space after `--` (MySQL needs it) — the #1 reason a student's payload "doesn't work".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real — these are careers ended and companies fined. Equifax = a single unpatched input parser. Tie back: every breach here started as "untrusted data interpreted as code".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principle that recurs all term. Block-lists always lose (attackers invent new payloads); allow-lists define what's acceptable. Emphasize: validation is defense-in-depth, NOT the primary SQLi fix (that's parameterization — next).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injection isn't just login boxes — any input reaching an interpreter. Note verbose DB errors are a gift to attackers (schema leakage). Reiterate ethics: sqlmap only on provided sandbox targets.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pattern, deadlier outcome (RCE = own the server, not just the DB). Walk the metacharacters: `;` chains a second command. Ask: "what does `8.8.8.8; cat /etc/passwd` run?"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to W1's /upload threat model — now it's a full exploit chain. The webshell is tiny and total. This reappears in the W6 log-reading slide. Stress the layered fix (type + extension + location + no-exec).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map every lab finding to a CWE id. Quick slide — these are the ids to cite in the worksheet.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 message: parameterization makes data STAY data — the DB never parses it as SQL. For shells, pass an argv array, not a string. Least-privilege limits blast radius if they still get in.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levels escalate (raw → quoted → filtered → boss). Round 2 (patch it) is where the real learning is — and the deliverable. Leaderboard on capture time. Flags are per-student.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Circulate with TAs. Remind: step 4 (rewrite + prove the payload now fails) is graded, not just the exploit. Also kick off the NoteVault project injection task (worksheet).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before AND after code + proof. The AI-resilient tasks are part of the grade. Q6 of this week's quiz asks for their own payload + personal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 lines. Cold-call: "what's the ONE fix for SQLi?" (parameterized queries).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the same trick runs in the victim's browser — and skims credit cards." Remind DVWA/Juice Shop ready in their 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&amp; Input Handling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injection is still #1-class of bug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injection pattern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— hands-on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parameterized queries +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SQLi Boss Fight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3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failures: ECB, weak hashes, hardcoded keys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≠ encryption ≠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(bcrypt/argon2) + authenticated encryption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injection pattern (one idea)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data gets interpreted as code/commands.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input crosses a trust boundary into an interpreter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OS shell, LDAP, XPath, template engines, NoSQL…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 — how it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users WHERE name = '" + input + "'"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 OR '1'='1 →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'; DROP TABLE users; -- → tampering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UNION-based → read other tables; blind → infer bit by bit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bypass — anatomy of one payload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into the username field: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OR 1 = 1 LIMIT 1; -- a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73405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users WHERE user = '' OR 1 = 1 LIMIT 1; -- a AND password = '';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3355848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3465576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 closes the string · OR 1=1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1 → satisfies a num_rows == 1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 a comments out the password check (note the space!)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impact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Equifax (2017): unvalidated HTTP header → Struts RCE (CVE-2017-5638); 147M people, ~$700M settlement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Heartland (2008): SQLi into payment systems → 130M+ cards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Bulgaria: data on almost all adults leaked via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data leak/modification, full DB control, DoS, reputation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Validate: allow-list, not block-list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(preferred): accept only known-good (e.g. 0–9 for a phone)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Block-list: ban known-bad → bypassed by new payloads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type · length · range ·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for UX, server-side for security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/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forms, search boxes, URL params, JSON fields, headers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messages leak schema → enumeration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Tooling: Burp Suite, sqlmap (sandbox only)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system("ping -c 1 " . $_GET['host']);   //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host = 8.8.8.8; cat /etc/passwd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metacharacters: ; | &amp; $() \ 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to RCE — full server compromise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→ RCE (a classic chain)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uploads shell.php: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&lt;?php system($_GET['cmd']); ?&gt;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77063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.../uploads/shell.php?cmd=ls%20-l → runs ls -l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+ one line = arbitrary commands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validate file type via mime_content_type(), allow-list extensions, store uploads outside web root, no execute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CWE-89 — SQL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CWE-78 — OS 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CWE-20 — improper input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CWE-77 — command injection (general)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 that actually work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/ prepared statements (the fix for SQLi)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with bound parameters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input validation (type, length, format)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shells: use exec APIs with arg arrays, not string concat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DB accounts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Game — SQLi Boss Fight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challenges in DVWA / Juice Shop — easy → "boss" (stacked filters).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each level → unlock a flag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= bypass a naive filter / WAF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patch endpoints with prepared statements + validation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6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4 — labs/week04-injection/worksheet.md (Part 3) · kickoff: docker compose up → http://localhost:5000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865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-p 80:80 vulnerables/web-dvwa   # optional extra target (or Juice Shop)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02920" y="300837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300837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injectable parameter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346557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346557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data (UNION / blind)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392277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922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51560" y="392277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command injection where present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each injection point + payload + impact (CWE-mapped)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code (prepared statements / validation)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payload no longer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build interpreter strings from untrusted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 first; validate as defense-in-depth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treated as code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XSS &amp; client-side risks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4</dc:title>
  <dc:subject>PptxGenJS Presentation</dc:subject>
  <dc:creator>Nutthakorn Chalaemwongwan</dc:creator>
  <cp:lastModifiedBy>Nutthakorn Chalaemwongwan</cp:lastModifiedBy>
  <cp:revision>1</cp:revision>
  <dcterms:created xsi:type="dcterms:W3CDTF">2026-06-28T13:20:39Z</dcterms:created>
  <dcterms:modified xsi:type="dcterms:W3CDTF">2026-06-28T13:20:39Z</dcterms:modified>
</cp:coreProperties>
</file>