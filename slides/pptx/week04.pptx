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&amp; Input Handling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injection is still #1-class of bug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general injection pattern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injection — hands-on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injection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Defenses: parameterized queries + validation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SQLi Boss Fight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3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failures: ECB, weak hashes, hardcoded keys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≠ encryption ≠ encoding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vetted KDFs (bcrypt/argon2) + authenticated encryption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injection pattern (one idea)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2B45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data gets interpreted as code/commands.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input crosses a trust boundary into an interpreter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SQL, OS shell, LDAP, XPath, template engines, NoSQL…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OWASP A05:2025 Injection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injection — how it works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vulnerable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"SELECT * FROM users WHERE name = '" + input + "'"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' OR '1'='1 → always true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'; DROP TABLE users; -- → tampering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UNION-based → read other tables; blind → infer bit by bit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bypass — anatomy of one payload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into the username field: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 OR 1 = 1 LIMIT 1; -- a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660904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273405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users WHERE user = '' OR 1 = 1 LIMIT 1; -- a AND password = '';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3355848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31520" y="3465576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 closes the string · OR 1=1 always true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1 → satisfies a num_rows == 1 check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 a comments out the password check (note the space!)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4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impact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Equifax (2017): unvalidated HTTP header → Struts RCE (CVE-2017-5638); 147M people, ~$700M settlement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Heartland (2008): SQLi into payment systems → 130M+ cards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Bulgaria: data on almost all adults leaked via SQLi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Impact: data leak/modification, full DB control, DoS, reputation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Validate: allow-list, not block-list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(preferred): accept only known-good (e.g. 0–9 for a phone)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Block-list: ban known-bad → bypassed by new payloads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type · length · range · format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for UX, server-side for security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/ attack surface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forms, search boxes, URL params, JSON fields, headers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messages leak schema → enumeration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Tooling: Burp Suite, sqlmap (sandbox only)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injection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system("ping -c 1 " . $_GET['host']);   // vulnerable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host = 8.8.8.8; cat /etc/passwd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metacharacters: ; | &amp; $() \ &gt;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to RCE — full server compromise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→ RCE (a classic chain)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Attacker uploads shell.php: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&lt;?php system($_GET['cmd']); ?&gt;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2660904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2770632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.../uploads/shell.php?cmd=ls%20-l → runs ls -l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+ one line = arbitrary commands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validate file type via mime_content_type(), allow-list extensions, store uploads outside web root, no execute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2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CWE-89 — SQL injection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CWE-78 — OS command injection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CWE-20 — improper input validation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CWE-77 — command injection (general)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 that actually work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Parameterized queries / prepared statements (the fix for SQLi)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with bound parameters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input validation (type, length, format)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shells: use exec APIs with arg arrays, not string concat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DB accounts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⚔️ Game — SQLi Boss Fight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challenges in DVWA / Juice Shop — easy → "boss" (stacked filters).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4"/>
          <p:cNvSpPr/>
          <p:nvPr/>
        </p:nvSpPr>
        <p:spPr>
          <a:xfrm>
            <a:off x="5029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19659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each level → unlock a flag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02920" y="24231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7"/>
          <p:cNvSpPr/>
          <p:nvPr/>
        </p:nvSpPr>
        <p:spPr>
          <a:xfrm>
            <a:off x="50292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51560" y="24231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 = bypass a naive filter / WAF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02920" y="288036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051560" y="28803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patch endpoints with prepared statements + validation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-p 80:80 vulnerables/web-dvwa   # or Juice Shop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02920" y="2020824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51560" y="202082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injectable parameter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2478024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51560" y="247802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data (UNION / blind)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02920" y="2935224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051560" y="293522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 command injection where present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3392424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3392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051560" y="339242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endpoint safely &amp; re-test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each injection point + payload + impact (CWE-mapped)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fixed code (prepared statements / validation)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the payload no longer works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build interpreter strings from untrusted input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Parameterize first; validate as defense-in-depth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 = data treated as code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XSS &amp; client-side risks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4</dc:title>
  <dc:subject>PptxGenJS Presentation</dc:subject>
  <dc:creator>Nutthakorn Chalaemwongwan</dc:creator>
  <cp:lastModifiedBy>Nutthakorn Chalaemwongwan</cp:lastModifiedBy>
  <cp:revision>1</cp:revision>
  <dcterms:created xsi:type="dcterms:W3CDTF">2026-06-28T04:36:06Z</dcterms:created>
  <dcterms:modified xsi:type="dcterms:W3CDTF">2026-06-28T04:36:06Z</dcterms:modified>
</cp:coreProperties>
</file>