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This is 100% manual review — Trivy's config scanner does not parse standalone IAM JSON at all, say so explicitly so students don't wait for a scanner to flag it. The sim scores Action and Resource independently, live, so "two findings, not one" is something they watch instead of a claim on a slide.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lab's argument as one picture — walk it row by row once, landing on the Trivy split at the bottom: 3 rows have a rule ID to cite, 4 don't. That 3-of-7 (or "3 of 6" container-only, per the earlier slide) split is Task 1's actual grading rubric, not trivia. ~5 min.
Diagram: 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9 flags total, two categories only — no separate bucket/storage flag, no IaC/localstack target exists in this lab. Find AND explain (why it's a finding, which fix applies) = the flag. Q6 of the quiz asks for one misconfig they explained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container-side fix; IAM has no scanner delta to show, it's reasoned/written. Don't let "trivy over Dockerfiles + IAM JSON" stand — that's the exact misconception this lab's own history already fixed once.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Resource:"*" → CWE-732 (incorrect permission assignment); Action:"*" → CWE-269 (improper privilege management) — they're graded as two distinct findings on the same policy, not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scope to one bucket + one action, add a Condition (e.g. s3:prefix) — not just a narrower ARN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39593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/sim/iam-scope (interactive simulation, web only)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1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91056"/>
          </a:xfrm>
          <a:prstGeom prst="roundRect">
            <a:avLst>
              <a:gd name="adj" fmla="val 3448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misconfig scan (Dockerfiles)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"${PWD}:/src" aquasec/trivy:latest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--severity MEDIUM,HIGH,CRITICAL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image CVE scan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aquasec/trivy:latest image --severity HIGH,CRITICAL week13-hardened:lab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81528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91256"/>
            <a:ext cx="7680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build: python:3.11-slim@sha256:... (compiles) → distroless gcr.io/distroless/python3-debian12@sha256:... (runs) — a smaller runtime image with no shell/package manager, USER 65532:65532 (non-root)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@sha256:... digest pins, not just a version tag — a tag can be repointed later, a digest can't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only catches 3 of 6 planted defects (:latest, root user, secret-in-ENV) — COPY . ., chmod -R 777, and unpinned pip install need manual review, no rule fires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app, shipped twice</a:t>
            </a:r>
            <a:endParaRPr lang="en-US" sz="2600" dirty="0"/>
          </a:p>
        </p:txBody>
      </p:sp>
      <p:pic>
        <p:nvPicPr>
          <p:cNvPr id="5" name="Image 1" descr="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517" y="1097280"/>
            <a:ext cx="3070967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flags — each misconfiguration found + explained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(6): :latest tag, root user, secret-in-ENV, COPY . ., chmod -R 777, unpinned pip install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6974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(3): Resource:"*" (CWE-732), Action:"*" (CWE-269), missing Condition scoping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3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13 — labs/week13-cloud-container/worksheet.md (Parts 1–4) · kickoff: bash scan.sh (trivy config over the Dockerfiles only — IAM JSON is manual review, Trivy doesn't parse 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Dockerfile, all 9 flags explained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 (container half only)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f63a82af-e1ad-40ed-89c4-03c6ca776e3f/scratchpad/fix6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2026-10-22T18:46:30Z</dcterms:created>
  <dcterms:modified xsi:type="dcterms:W3CDTF">2026-10-22T18:46:30Z</dcterms:modified>
</cp:coreProperties>
</file>