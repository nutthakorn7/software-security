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411480"/>
            <a:ext cx="187452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566928"/>
            <a:ext cx="1563624" cy="62179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13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&amp; Container Security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Shared-responsibility model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&amp; least privilege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management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Container/image hardening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Game: Misconfig Hunt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Recap &amp; framing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→ what you build with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→ where you run it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A02:2025 Security Misconfiguration (now #2)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responsibility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secures *of* the cloud; you secure *in* the cloud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Misconfig — not provider bugs — causes most breaches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Defaults are rarely safe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IAM &amp; least privilege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530352"/>
          </a:xfrm>
          <a:prstGeom prst="roundRect">
            <a:avLst>
              <a:gd name="adj" fmla="val 10345"/>
            </a:avLst>
          </a:prstGeom>
          <a:solidFill>
            <a:srgbClr val="0A1020"/>
          </a:solidFill>
          <a:ln w="12700">
            <a:solidFill>
              <a:srgbClr val="1E2B45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"Effect":"Allow", "Action":"*", "Resource":"*" }   // 🚩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020824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130552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Over-broad policies = blast radius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 only the actions/resources needed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CWE-732 (bad permissions), CWE-16 (config)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1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Secrets management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in env vars / Dockerfile / git = leaked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secrets manager / vault; rotate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history (Gitleaks) — recall Week 2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 &amp; network exposure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buckets, open ports, default creds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 at rest + in transit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by default; explicit allow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image hardening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786384"/>
          </a:xfrm>
          <a:prstGeom prst="roundRect">
            <a:avLst>
              <a:gd name="adj" fmla="val 6977"/>
            </a:avLst>
          </a:prstGeom>
          <a:solidFill>
            <a:srgbClr val="0A1020"/>
          </a:solidFill>
          <a:ln w="12700">
            <a:solidFill>
              <a:srgbClr val="1E2B45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trivy config /src       # IaC/Dockerfile misconfig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trivy image myapp:lab   # image CVEs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276856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386584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Minimal/distroless base, drop root, pin versions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Re-scan to prove reduced findings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1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Kubernetes basics (awareness)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security, network policies, RBAC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run privileged; limit service-account tokens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🔍 Game — Misconfig Hunt (CloudGoat-style)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misconfiguration found + fixed = a flag: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02920" y="196596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7" name="Text 4"/>
          <p:cNvSpPr/>
          <p:nvPr/>
        </p:nvSpPr>
        <p:spPr>
          <a:xfrm>
            <a:off x="502920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051560" y="196596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Over-permissive IAM (*:*) → least privilege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02920" y="242316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0" name="Text 7"/>
          <p:cNvSpPr/>
          <p:nvPr/>
        </p:nvSpPr>
        <p:spPr>
          <a:xfrm>
            <a:off x="502920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051560" y="242316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Exposed bucket → lock down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02920" y="288036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3" name="Text 10"/>
          <p:cNvSpPr/>
          <p:nvPr/>
        </p:nvSpPr>
        <p:spPr>
          <a:xfrm>
            <a:off x="50292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1051560" y="288036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Env-var secrets → secrets manager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502920" y="333756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6" name="Text 13"/>
          <p:cNvSpPr/>
          <p:nvPr/>
        </p:nvSpPr>
        <p:spPr>
          <a:xfrm>
            <a:off x="502920" y="3337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051560" y="333756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Vulnerable Dockerfile → harden + re-scan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2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Before/after IAM policy + Dockerfile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Trivy reports showing reduced risk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on secrets remediation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Misconfiguration &gt; zero-days as a breach cause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privilege, private-by-default, no secrets in code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IaC and images in CI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AI / LLM application security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13</dc:title>
  <dc:subject>PptxGenJS Presentation</dc:subject>
  <dc:creator>Nutthakorn Chalaemwongwan</dc:creator>
  <cp:lastModifiedBy>Nutthakorn Chalaemwongwan</cp:lastModifiedBy>
  <cp:revision>1</cp:revision>
  <dcterms:created xsi:type="dcterms:W3CDTF">2026-06-28T03:45:07Z</dcterms:created>
  <dcterms:modified xsi:type="dcterms:W3CDTF">2026-06-28T03:45:07Z</dcterms:modified>
</cp:coreProperties>
</file>