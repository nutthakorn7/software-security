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most cloud breaches aren't clever zero-days — they're a public S3 bucket or a `*:*` IAM policy. Today we hunt and fix those misconfigs.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Theme: the cloud is secure; your CONFIGURATION usually isn't. Lab = find + fix misconfigurations, each one a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Misconfiguration jumped to A02 in 2025 — it's not a footnote, it's the second most critical web risk.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mental model students most misunderstand: AWS secures the hardware/hypervisor; YOU secure your buckets, IAM, security groups. Almost every headline cloud breach is the customer's config, not the provider.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`*:*` policy is the Misconfig Hunt round 1 and the quiz. If a credential with this leaks, the attacker owns everything. Ask the class to rewrite it as read-only on one bucket. Least privilege = smallest possible blast radius.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to W2 (Gitleaks) and W12. A secret baked into an image layer is in every copy of that image forever — `docker history` reveals it. Fix = inject at runtime from a vault + rotate.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 trio behind most breaches. `0.0.0.0/0` on a DB port = the internet can reach your database. Default creds = free entry. Principle: deny by default, open deliberately (echoes W6 access control).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— this is the lab's insecure→hardened Dockerfile. `trivy config` finds the misconfig (root user, latest tag); `trivy image` finds CVEs in the base. Drop root + distroless = container escape gives far less. Re-scan to prove improvement.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Awareness only (K8s is its own course). Key takeaways: a privileged pod ≈ host root; mounted service-account tokens are a lateral-movement prize. Keep it brief.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lab. Find AND fix = the flag (defending is the point). Q6 of the quiz asks for one misconfig they fixed + the principle it violated.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artifacts + the trivy delta prove the fix.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"what does a `*:*` IAM policy cost you if the key leaks?" (everything — full blast radius). "Scan in CI" sets up W15.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the newest attack surface: make an AI assistant ignore its rules and leak secrets, with nothing but text."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13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&amp; Container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Shared-responsibility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&amp;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Container/image hardening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Misconfig Hunt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&amp; framing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→ what you build with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→ where you run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A02:2025 Security Misconfiguration (now #2)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responsibility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secures of the cloud; you secure in the cloud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 — not provider bugs — causes most breaches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are rarely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&amp; least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"Effect":"Allow", "Action":"*", "Resource":"*" }   // 🚩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Over-broad policies = blast radius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only the actions/resources needed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CWE-732 (bad permissions), CWE-16 (config)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env vars / Dockerfile / git = leaked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secrets manager / vault; rotate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history (Gitleaks) — recall Week 2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network exposure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buckets, open ports, default creds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 at rest + in transit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default; explicit allow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config /src       # IaC/Dockerfile misconfig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image myapp:lab   # image CVEs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Minimal/distroless base, drop root, pin versions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to prove reduced findings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basics (awareness)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security, network policies, RBAC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run privileged; limit service-account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Game — Misconfig Hunt (CloudGoat-style)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misconfiguration found + fixed = a flag: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Over-permissive IAM (:) → least privilege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4231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4231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bucket → lock down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28803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28803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Env-var secrets → secrets manager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2920" y="33375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6" name="Text 13"/>
          <p:cNvSpPr/>
          <p:nvPr/>
        </p:nvSpPr>
        <p:spPr>
          <a:xfrm>
            <a:off x="50292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51560" y="33375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Dockerfile → harden + re-scan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13 — labs/week13-cloud-container/worksheet.md (Part 3) · kickoff: bash scan.sh (trivy config over Dockerfiles + IAM JSON)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IAM policy + Dockerfile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reports showing reduced risk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secrets remediation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Misconfiguration &gt; zero-days as a breach cause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privilege, private-by-default, no secrets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IaC and images in CI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AI / LLM application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13</dc:title>
  <dc:subject>PptxGenJS Presentation</dc:subject>
  <dc:creator>Nutthakorn Chalaemwongwan</dc:creator>
  <cp:lastModifiedBy>Nutthakorn Chalaemwongwan</cp:lastModifiedBy>
  <cp:revision>1</cp:revision>
  <dcterms:created xsi:type="dcterms:W3CDTF">2026-06-28T13:20:40Z</dcterms:created>
  <dcterms:modified xsi:type="dcterms:W3CDTF">2026-06-28T13:20:40Z</dcterms:modified>
</cp:coreProperties>
</file>