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actions/resources needed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CWE-732 (bad permissions), CWE-16 (config)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config /src       # IaC/Dockerfile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myapp:lab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Minimal/distroless base, drop root, pin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 (CloudGoat-style)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misconfiguration found + fixed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Over-permissive IAM (:) → least privilege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bucket → lock down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secrets → secrets manager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3375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3375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Dockerfile → harden + re-scan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