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most cloud breaches aren't clever zero-days — they're a public S3 bucket or a `*:*` IAM policy. Today we hunt and fix those misconfigs.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Theme: the cloud is secure; your CONFIGURATION usually isn't. Lab = find + fix misconfigurations, each one a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 students most misunderstand: AWS secures the hardware/hypervisor; YOU secure your buckets, IAM, security groups. Almost every headline cloud breach is the customer's config, not the provider.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`*:*` policy is the Misconfig Hunt round 1 and the quiz. If a credential with this leaks, the attacker owns everything. This is 100% manual review — Trivy's config scanner does not parse standalone IAM JSON at all, say so explicitly so students don't wait for a scanner to flag it. The sim scores Action and Resource independently, live, so "two findings, not one" is something they watch instead of a claim on a slide. Least privilege = smallest possible blast radius.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(Gitleaks) and W12. A secret baked into an image layer is in every copy of that image forever — `docker history` reveals it. Fix = inject at runtime from a vault + rotate.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trio behind most breaches. `0.0.0.0/0` on a DB port = the internet can reach your database. Default creds = free entry. Principle: deny by default, open deliberately (echoes W6 access control).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only (K8s is its own course). Key takeaways: a privileged pod ≈ host root; mounted service-account tokens are a lateral-movement prize. Keep it brief.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lab's argument as one picture — walk it row by row once, landing on the Trivy split at the bottom: 3 rows have a rule ID to cite, 4 don't. That 3-of-7 (or "3 of 6" container-only, per the earlier slide) split is Task 1's actual grading rubric, not trivia.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9 flags total, two categories only — no separate bucket/storage flag, no IaC/localstack target exists in this lab. Find AND explain (why it's a finding, which fix applies) = the flag. Q6 of the quiz asks for one misconfig they explained + the principle it violated.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artifacts + the trivy delta prove the container-side fix; IAM has no scanner delta to show, it's reasoned/written. Don't let "trivy over Dockerfiles + IAM JSON" stand — that's the exact misconception this lab's own history already fixed once.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does a `*:*` IAM policy cost you if the key leaks?" (everything — full blast radius). "Scan in CI" sets up W15.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the newest attack surface: make an AI assistant ignore its rules and leak secrets, with nothing but text."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984248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093976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Resource:"*" → CWE-732 (incorrect permission assignment); Action:"*" → CWE-269 (improper privilege management) — they're graded as two distinct findings on the same policy, not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scope to one bucket + one action, add a Condition (e.g. s3:prefix) — not just a narrower ARN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39593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/sim/iam-scope (interactive simulation, web only)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32688"/>
          </a:xfrm>
          <a:prstGeom prst="roundRect">
            <a:avLst>
              <a:gd name="adj" fmla="val 588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config /src                    # misconfig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aquasec/trivy image week13-hardened:lab                              # image CVEs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42316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53288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build: python:3.11-slim@sha256:... (compiles) → distroless gcr.io/distroless/python3-debian12@sha256:... (runs) — a smaller runtime image with no shell/package manager, USER 65532:65532 (non-root)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@sha256:... digest pins, not just a version tag — a tag can be repointed later, a digest can't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only catches 3 of 6 planted defects (:latest, root user, secret-in-ENV) — COPY . ., chmod -R 777, and unpinned pip install need manual review, no rule fires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app, shipped twice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The same app as two container images side by side, insecure vs hardened, six layers compared: mutable :latest tag vs a pinned digest, a baked-in secret vs runtime injection, root user vs distroless non-root, COPY-everything vs a minimal context, world-writable permissions vs read-only, and an unpinned pip install vs a discarded build stage. Below both, the same argument one layer up: the wildcard IAM policy vs the scoped one. The conclusion: Trivy flags only three of the seven defects shown here — the tag, the root user, and the secret. COPY .., chmod 777, the unpinned install, and the IAM JSON all need manual review; there is no rule for any of them.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flags — each misconfiguration found + explained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(6): :latest tag, root user, secret-in-ENV, COPY . ., chmod -R 777, unpinned pip install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6974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(3): Resource:"*" (CWE-732), Action:"*" (CWE-269), missing Condition scoping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13 — labs/week13-cloud-container/worksheet.md (Parts 1–4) · kickoff: bash scan.sh (trivy config over the Dockerfiles only — IAM JSON is manual review, Trivy doesn't parse 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Dockerfile, all 9 flags explained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 (container half only)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2026-09-26T14:49:48Z</dcterms:created>
  <dcterms:modified xsi:type="dcterms:W3CDTF">2026-09-26T14:49:48Z</dcterms:modified>
</cp:coreProperties>
</file>