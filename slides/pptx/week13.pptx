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most cloud breaches aren't clever zero-days — they're a public S3 bucket or a `*:*` IAM policy. Today we hunt and fix those misconfigs.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Theme: the cloud is secure; your CONFIGURATION usually isn't. Lab = find + fix misconfigurations, each one a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Misconfiguration jumped to A02 in 2025 — it's not a footnote, it's the second most critical web risk. Then the story spine: one app, three layers — today we package it and give it cloud permissions (W13), next we add an AI chatbot to it (W14), last we put a pipeline in front of all of it (W15). Same root mistake all day: trusting input and defaults nobody checked. ~2 min.
Diagram: One app, three layers. You are here: W13. W13, where it runs: a secret baked into an image layer and an IAM policy with Action * on Resource *; fix with a hardened image and least privilege. W14, what it says: the app gets a chatbot; typed text overrides its rules (prompt injection) and its reply goes into the page unescaped (XSS); fix with guardrails, secret redaction and output escaping. W15, how it ships: Semgrep, Trivy and Gitleaks check every push, a red gate fails the PR, and the app denies 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Misconfiguration jumped to A02 in 2025 — it's not a footnote, it's the second most critical web risk. Then the story spine: one app, three layers — today we package it and give it cloud permissions (W13), next we add an AI chatbot to it (W14), last we put a pipeline in front of all of it (W15). Same root mistake all day: trusting input and defaults nobody checked. ~2 min.
Diagram: One app, three layers. You are here: W13. W13, where it runs: a secret baked into an image layer and an IAM policy with Action * on Resource *; fix with a hardened image and least privilege. W14, what it says: the app gets a chatbot; typed text overrides its rules (prompt injection) and its reply goes into the page unescaped (XSS); fix with guardrails, secret redaction and output escaping. W15, how it ships: Semgrep, Trivy and Gitleaks check every push, a red gate fails the PR, and the app denies on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 students most misunderstand: AWS secures the hardware/hypervisor; YOU secure your buckets, IAM, security groups. Almost every headline cloud breach is the customer's config, not the provider.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line, then at the two pills: every file the students touch today is on the right. Ask "which of the 9 flags could AWS have fixed for you?" — none. ~2 min.
Diagram: Shared responsibility for this lab's S3-backed app as two panels split by a line. AWS secures OF the cloud: data centres and hardware, the hypervisor and host OS, the S3 and IAM services themselves, the global network. You secure what you put IN it: the IAM policy (iam-policy-insecure.json, 3 flags), the container image (Dockerfile.insecure, 6 flags including the ENV secret), bucket access and encryption, and network rules such as 0.0.0.0/0 on a database port. Conclusion: all 9 Misconfig Hunt flags sit in your half; none is a provider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`*:*` policy is the Misconfig Hunt round 1 and the quiz. If a credential with this leaks, the attacker owns everything. This is 100% manual review — Trivy's config scanner does not parse standalone IAM JSON at all, say so explicitly so students don't wait for a scanner to flag it. The sim scores Action and Resource independently, live, so "two findings, not one" is something they watch instead of a claim on a slide. Least privilege = smallest possible blast radius.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to the cold-call "what does *:* cost you if the key leaks?", drawn. Land on iam:CreateAccessKey: rotating the leaked key doesn't evict an attacker who already minted their own. Right side = iam-policy-leastpriv.json, line for line. ~2 min.
Diagram: The same AWS account drawn twice at the same scale. Left, iam-policy-insecure.json (Action star, Resource star, no Condition): the whole account is allowed, with example actions a leaked key can now run — s3 star on any bucket, iam:CreateAccessKey to mint new keys that survive rotation, ec2:RunInstances on your bill, kms:Decrypt, cloudtrail:StopLogging to turn off the audit trail — equals full admin; Action star is CWE-269, Resource star is CWE-732. Right, iam-policy-leastpriv.json: everything is implicitly denied except a small app/* square inside lab-app-bucket, readable via s3:GetObject on app/* objects, plus s3:ListBucket only under the Condition s3:prefix = app/*. Trivy parses neither file; Task 2 is manual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W2 (Gitleaks) and W12. A secret baked into an image layer is in every copy of that image forever — `docker history` reveals it. Fix = inject at runtime from a vault + rotate.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misconceptions to kill: "truncated history hides it" (it prints 30 of 34 characters) and "delete it in a later layer" (0B — it's config, not a file). Then the bonus leak: COPY . . shipped the Dockerfile itself. ~3 min.
Diagram: From a real build of week13-insecure:lab, the image history as a stack with the newest layer on top: CMD, EXPOSE, RUN chmod -R 777, RUN pip install, COPY dot dot, WORKDIR, then ENV AWS_SECRET_ACCESS_KEY and ENV API_TOKEN, both 0 bytes because the value lives in the image config, then the python:latest base layers. Arrows to three readouts: plain docker history still prints sk_live_supersecret_DO_NOT_DO_ (30 of 34 characters); docker history --no-trunc prints the whole token (the Task 3 command); docker inspect .Config.Env prints both keys in full. A fourth arrow: COPY dot dot copied Dockerfile.insecure itself into /app, so the secret is in a file too. Fix: never put the secret in the Dockerfile, inject it at run time, and rotate the key because every pushed image keeps the old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it: insecure + "docker history" (still leaks) → "--no-trunc" (Task 3) → "ls -la /app" (Dockerfile.insecure is in the image). Then flip to hardened: no secret row, no build stage, and no ls at all — distroless. Output was captured from real builds, nothing runs live.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classic trio behind most breaches. `0.0.0.0/0` on a DB port = the internet can reach your database. Default creds = free entry. Principle: deny by default, open deliberately (echoes W6 access control).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— this is the lab's insecure→hardened Dockerfile, always run dockerized (never a bare local trivy binary), against week13-hardened:lab (not a generic myapp:lab). The Trivy-blind-spot point is the actual lesson of this lab, not an aside — half the graded findings need a human, not a tool. Re-scan to prove improvement.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Press "fix only what Trivy flags": Failures 0, three defects still in the file — a clean scan is not a clean image. Then "a tag, not a digest": DS-0001 passes python:3.11-slim, but harden.md row 1 wants @sha256. Rules checked against real Trivy 0.76.1 on all 96 combinations: 4 → 0 matches scan.sh.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 only (K8s is its own course). Key takeaways: a privileged pod ≈ host root; mounted service-account tokens are a lateral-movement prize. Keep it brief.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lab's argument as one picture — walk it row by row once, landing on the Trivy split at the bottom: 3 rows have a rule ID to cite, 4 don't. That 3-of-7 (or "3 of 6" container-only, per the earlier slide) split is Task 1's actual grading rubric, not trivia. ~5 min.
Diagram: The same app as two container images side by side, insecure vs hardened, six layers compared: mutable :latest tag vs a pinned digest, a baked-in secret vs runtime injection, root user vs distroless non-root, COPY-everything vs a minimal context, world-writable permissions vs read-only, and an unpinned pip install vs a discarded build stage. Below both, the same argument one layer up: the wildcard IAM policy vs the scoped one. The conclusion: Trivy flags only three of the seven defects shown here — the tag, the root user, and the secret. COPY .., chmod 777, the unpinned install, and the IAM JSON all need manual review; there is no rule for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9 flags total, two categories only — no separate bucket/storage flag, no IaC/localstack target exists in this lab. Find AND explain (why it's a finding, which fix applies) = the flag. Q6 of the quiz asks for one misconfig they explained + the principle it violated.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artifacts + the trivy delta prove the container-side fix; IAM has no scanner delta to show, it's reasoned/written. Don't let "trivy over Dockerfiles + IAM JSON" stand — that's the exact misconception this lab's own history already fixed once.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"what does a `*:*` IAM policy cost you if the key leaks?" (everything — full blast radius). "Scan in CI" sets up W15.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the newest attack surface: make an AI assistant ignore its rules and leak secrets, with nothing but text."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Container Security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Shared-responsibility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(who can do what) &amp; least privilege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Container/image hardening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Misconfig Hunt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framing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→ what you build with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→ where you run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A02:2025 Security Misconfiguration (now #2)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framing (cont.)</a:t>
            </a:r>
            <a:endParaRPr lang="en-US" sz="2600" dirty="0"/>
          </a:p>
        </p:txBody>
      </p:sp>
      <p:pic>
        <p:nvPicPr>
          <p:cNvPr id="5" name="Image 1" descr="One app, three layers. You are here: W13. W13, where it runs: a secret baked into an image layer and an IAM policy with Action * on Resource *; fix with a hardened image and least privilege. W14, what it says: the app gets a chatbot; typed text overrides its rules (prompt injection) and its reply goes into the page unescaped (XSS); fix with guardrails, secret redaction and output escaping. W15, how it ships: Semgrep, Trivy and Gitleaks check every push, a red gate fails the PR, and the app denies on error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6077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responsibility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secures the cloud itself; you secure what you put in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 — not provider bugs — causes most breaches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are rarely safe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job is it?</a:t>
            </a:r>
            <a:endParaRPr lang="en-US" sz="2600" dirty="0"/>
          </a:p>
        </p:txBody>
      </p:sp>
      <p:pic>
        <p:nvPicPr>
          <p:cNvPr id="5" name="Image 1" descr="Shared responsibility for this lab's S3-backed app as two panels split by a line. AWS secures OF the cloud: data centres and hardware, the hypervisor and host OS, the S3 and IAM services themselves, the global network. You secure what you put IN it: the IAM policy (iam-policy-insecure.json, 3 flags), the container image (Dockerfile.insecure, 6 flags including the ENV secret), bucket access and encryption, and network rules such as 0.0.0.0/0 on a database port. Conclusion: all 9 Misconfig Hunt flags sit in your half; none is a provider bu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43" y="1097280"/>
            <a:ext cx="8025114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&amp; least privilege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"Effect":"Allow", "Action":"*", "Resource":"*" }   // 🚩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statement as: Effect (allow or deny) · Action (what) · Resource (on which thing) · Condition (only when …)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Resource:"*" → CWE-732, Action:"*" → CWE-269: graded as two findings on the same policy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two statements for one bucket. Allow s3:GetObject on app/*. Allow s3:ListBucket only when the s3:prefix Condition matches app/*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9593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/sim/iam-scope (interactive simulation, web only)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1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key leaks — blast radius</a:t>
            </a:r>
            <a:endParaRPr lang="en-US" sz="2600" dirty="0"/>
          </a:p>
        </p:txBody>
      </p:sp>
      <p:pic>
        <p:nvPicPr>
          <p:cNvPr id="5" name="Image 1" descr="The same AWS account drawn twice at the same scale. Left, iam-policy-insecure.json (Action star, Resource star, no Condition): the whole account is allowed, with example actions a leaked key can now run — s3 star on any bucket, iam:CreateAccessKey to mint new keys that survive rotation, ec2:RunInstances on your bill, kms:Decrypt, cloudtrail:StopLogging to turn off the audit trail — equals full admin; Action star is CWE-269, Resource star is CWE-732. Right, iam-policy-leastpriv.json: everything is implicitly denied except a small app/* square inside lab-app-bucket, readable via s3:GetObject on app/* objects, plus s3:ListBucket only under the Condition s3:prefix = app/*. Trivy parses neither file; Task 2 is manual review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43" y="1097280"/>
            <a:ext cx="8025114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env vars / Dockerfile / git = leaked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secrets manager / vault; rotate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(Gitleaks) — recall Week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ENV secret ends up</a:t>
            </a:r>
            <a:endParaRPr lang="en-US" sz="2600" dirty="0"/>
          </a:p>
        </p:txBody>
      </p:sp>
      <p:pic>
        <p:nvPicPr>
          <p:cNvPr id="5" name="Image 1" descr="From a real build of week13-insecure:lab, the image history as a stack with the newest layer on top: CMD, EXPOSE, RUN chmod -R 777, RUN pip install, COPY dot dot, WORKDIR, then ENV AWS_SECRET_ACCESS_KEY and ENV API_TOKEN, both 0 bytes because the value lives in the image config, then the python:latest base layers. Arrows to three readouts: plain docker history still prints sk_live_supersecret_DO_NOT_DO_ (30 of 34 characters); docker history --no-trunc prints the whole token (the Task 3 command); docker inspect .Config.Env prints both keys in full. A fourth arrow: COPY dot dot copied Dockerfile.insecure itself into /app, so the secret is in a file too. Fix: never put the secret in the Dockerfile, inject it at run time, and rotate the key because every pushed image keeps the old valu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43" y="1097280"/>
            <a:ext cx="8025114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which layer gives it away?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docker history / docker inspect output from both lab images. Start with docker history --no-trunc and compare the ENV rows.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/sim/image-layers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network exposure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buckets, open ports, default creds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at rest + in transit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default; explicit allow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image hardening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Dockerfile misconfigs   2. known CVEs in the built image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"${PWD}:/src" aquasec/trivy:latest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 --severity MEDIUM,HIGH,CRITICAL /src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aquasec/trivy:latest image --severity HIGH,CRITICAL week13-hardened:lab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609344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stages: build in python:3.11-slim, run in distroless (no shell, no package manager) as user 65532, not root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by digest (@sha256:...): a tag can be moved later, a digest cannot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finds only 3 of the 6 defects. COPY . ., chmod -R 777 and unpinned pip install: read the file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Trivy see it?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fix only what Trivy flags: Trivy says 0, but 3 defects are still in the file. Then fix the rest one at a time.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/sim/trivy-blindspot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basics (awareness)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security (a pod = one or more containers run together), network policies, RBAC (role-based access control)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privileged; limit service-account tokens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app, shipped twice</a:t>
            </a:r>
            <a:endParaRPr lang="en-US" sz="2600" dirty="0"/>
          </a:p>
        </p:txBody>
      </p:sp>
      <p:pic>
        <p:nvPicPr>
          <p:cNvPr id="5" name="Image 1" descr="The same app as two container images side by side, insecure vs hardened, six layers compared: mutable :latest tag vs a pinned digest, a baked-in secret vs runtime injection, root user vs distroless non-root, COPY-everything vs a minimal context, world-writable permissions vs read-only, and an unpinned pip install vs a discarded build stage. Below both, the same argument one layer up: the wildcard IAM policy vs the scoped one. The conclusion: Trivy flags only three of the seven defects shown here — the tag, the root user, and the secret. COPY .., chmod 777, the unpinned install, and the IAM JSON all need manual review; there is no rule for any of them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517" y="1097280"/>
            <a:ext cx="3070967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Game — Misconfig Hunt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flags — each misconfiguration found + explained = a flag: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(6): :latest tag, root user, secret-in-ENV, COPY . ., chmod -R 777, unpinned pip install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697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(3): Resource:"*" (CWE-732), Action:"*" (CWE-269), missing Condition scoping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3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13 — labs/week13-cloud-container/worksheet.md (Parts 1–4) · start: bash scan.sh (it scans the Dockerfiles only — read the IAM JSON yourself)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IAM policy + Dockerfile, all 9 flags explained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results before/after (container part only)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note: how to remove and rotate the leaked secret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&gt; zero-days as a breach cause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private-by-default, no secrets in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infrastructure-as-code (IaC) files and images in CI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13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AI / LLM application security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f63a82af-e1ad-40ed-89c4-03c6ca776e3f/scratchpad/lq-eas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13</dc:title>
  <dc:subject>PptxGenJS Presentation</dc:subject>
  <dc:creator>Nutthakorn Chalaemwongwan</dc:creator>
  <cp:lastModifiedBy>Nutthakorn Chalaemwongwan</cp:lastModifiedBy>
  <cp:revision>1</cp:revision>
  <dcterms:created xsi:type="dcterms:W3CDTF">2026-10-23T03:21:01Z</dcterms:created>
  <dcterms:modified xsi:type="dcterms:W3CDTF">2026-10-23T03:21:01Z</dcterms:modified>
</cp:coreProperties>
</file>