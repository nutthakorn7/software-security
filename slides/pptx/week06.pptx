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change /orders/1001 to /1002 and read a stranger's data — promise that demo. The #1 web risk in 2025 is Broken Access Control, and it's mostly missing one check.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Roadmap, 1 min. This is the last teaching week before review/midterm — flag that. Lab = exploit IDOR + forge a JWT, then implement RBAC + proper verification.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1-min bridge. XSS could steal a session token; today: what IS that token, and how do we stop theft + misuse? Theme of the week: enforce on the server, every request.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distinction students most often blur — make them repeat it. Authn = identity; authz = permission. A01 is #1 in OWASP 2025 precisely because authz checks get forgotten. Ask for an example of each failing.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Connect cookie flags to W5: HttpOnly stops XSS theft, SameSite stops CSRF, Secure forces HTTPS. Explain session fixation briefly (attacker sets the id before login).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Decode a JWT live (jwt.io) to show the payload is just base64 — NOT encrypted. The `alg:none` attack is the JWT Forgery game: server trusts the header's claimed algorithm. Emphasize: never put secrets in the payload. ~7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high-level (full OAuth is its own course). Key idea: "Login with Google" = delegation, you never give the app your Google password. The `state` parameter prevents CSRF on the callback.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worked example — this is the IDOR Treasure Hunt. The server authenticated you but never checked the object BELONGS to you. Horizontal = peer data; vertical = privilege escalation.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taxonomy; RBAC is what they'll implement in the lab. Stress the three best-practice principles — especially implicit deny (default to no access).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this interactively — give 2 minutes, then poll answers. (1) QA only. (2) add JIRA-write, narrowly (least privilege, not a full role bump). (3) Developer (write Git); discuss whether QA's staging deploy counts.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Ties W4 (SQLi auth bypass + upload→RCE) into incident response. Walk the three lines as a story: get in → plant webshell → run commands. Teach URL-decoding (%20=space). Defenders read logs; attackers leave them.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Reference for the worksheet.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payoff. #1: authorize EVERY request, deny by default. "Check ownership, not just authentication" is the IDOR fix in one line. Centralize so you can't forget a check on one endpoint.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Practical — they'll use Repeater to tweak object ids and Intruder to enumerate. Demo: intercept, change orders/1001→1002, forward, see another user's data. Set scope first so you don't attack out-of-bounds.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before lab. Treasure hunt = enumerate ids for per-student flags. JWT forgery = alg:none or crack a weak secret. Round 2 (fix it) is graded.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Logistics. Step 3-4 (defend + prove denial) graded. Q6 of the quiz asks for the object id they used + the fix + their personal flag. Also the NoteVault project access-control task.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Before/after + proof. AI-resilient tasks 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Recap. Cold-call: "we authenticated the user — why can they still read another user's order?" (no ownership/authz check).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Wrap the teaching block: "Next week we consolidate W1-6 — Jeopardy + a mock CTF in the exact midterm format. Bring your cheat-sheet of CWEs." Remind cumulative review quiz in W7.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6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Authentication, Sessions &amp; Access Control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Authn vs authz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management &amp; JWT pitfalls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OAuth2 / OIDC at a glance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IDOR &amp; broken access control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IDOR Treasure Hunt + JWT Forgery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 — Week 5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 steals sessions → today we manage them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trust is limited — enforce on the server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Authn vs Authz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— who are you? (login, MFA)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Authorization — what are you allowed to do?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breaches today are authz failures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to A01 Broken Access Control, A07 Authentication Failures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issues a session token after login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in cookie (HttpOnly, Secure, SameSite)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Risks: fixation, predictable IDs, no expiry, no logout invalidation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 pitfalls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header.payload.signature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020824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130552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alg: none accepted → forge any token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Weak/guessable HMAC secret → re-sign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checking exp / aud / signature at all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data in payload (it's only base64!)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OAuth2 / OIDC (high level)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Delegated access via tokens — don't share passwords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adds identity (ID token) on top of OAuth2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bugs: open redirect, missing state, token leakage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IDOR &amp; broken access control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86384"/>
          </a:xfrm>
          <a:prstGeom prst="roundRect">
            <a:avLst>
              <a:gd name="adj" fmla="val 6977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/api/orders/1001   → your order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/api/orders/1002   → someone else's  😱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276856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386584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reference with no ownership check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(become admin) vs horizontal (other users)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control models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 — Mandatory: system-enforced labels (military)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DAC — Discretionary: owner grants access (file perms)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— Role-Based: permissions via roles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RuBAC — Rule-Based: conditions (time of day, IP)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3008376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3008376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practices: separation of duties · least privilege · implicit deny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Exercise — RBAC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Role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Permissions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Developer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Read/write Git, JIRA, run unit tests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QA Engineer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Read Git, write test reports, JIRA, deploy to staging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Project Manager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Read Git, JIRA, view dashboard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Intern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Read Git, run unit tests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02920" y="3611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7" name="Text 3"/>
          <p:cNvSpPr/>
          <p:nvPr/>
        </p:nvSpPr>
        <p:spPr>
          <a:xfrm>
            <a:off x="50292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4"/>
          <p:cNvSpPr/>
          <p:nvPr/>
        </p:nvSpPr>
        <p:spPr>
          <a:xfrm>
            <a:off x="1051560" y="36118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deploy to staging?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502920" y="40690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0" name="Text 6"/>
          <p:cNvSpPr/>
          <p:nvPr/>
        </p:nvSpPr>
        <p:spPr>
          <a:xfrm>
            <a:off x="50292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1051560" y="40690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intern must create bug entries — which role's perms to add?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13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the attack in the logs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 the kill chain from Apache logs: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1042416"/>
          </a:xfrm>
          <a:prstGeom prst="roundRect">
            <a:avLst>
              <a:gd name="adj" fmla="val 5263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2039112"/>
            <a:ext cx="7863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/login.php?username=' or 1=1 limit 1; -- a&amp;...   302   ← SQLi admin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/upload.php                                     200   ← backdoor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/uploads/backdoor.php?cmd=ls%20-l                200   ← RCE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57200" y="3172968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31520" y="3282696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%20 = space (URL-decode!) · logs let you trace what happened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CWE mapping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CWE-639 / CWE-284 — IDOR / improper access control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CWE-287 — improper authentication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CWE-345 / CWE-347 — insufficient verification / bad signature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2139696"/>
          </a:xfrm>
          <a:prstGeom prst="roundRect">
            <a:avLst>
              <a:gd name="adj" fmla="val 34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authorization on every request (deny by default)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ownership, not just authentication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session tokens + proper expiry/rotation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JWT signature, alg, exp, aud; keep secrets strong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/ ABAC enforced centrally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 the check — don't scatter if role==... everywhere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— Burp Suite workflow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Tool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Use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Proxy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intercept &amp; modify requests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Repeater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replay/tweak one request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Intruder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automate brute-force/fuzz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Decoder/Comparer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encode payloads / diff responses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57200" y="3611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3"/>
          <p:cNvSpPr/>
          <p:nvPr/>
        </p:nvSpPr>
        <p:spPr>
          <a:xfrm>
            <a:off x="731520" y="3721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scope, intercept, change a value (e.g. price=1), forward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auth, sessions, IDOR, privilege escalation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🗺️ Game — IDOR Treasure Hunt + JWT Forgery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51560" y="13258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 object IDs to reach other users' data → each secret = a flag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17830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51560" y="17830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 weak JWT to become admin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" y="22402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2" name="Text 9"/>
          <p:cNvSpPr/>
          <p:nvPr/>
        </p:nvSpPr>
        <p:spPr>
          <a:xfrm>
            <a:off x="50292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051560" y="22402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2: implement RBAC checks + fix token signing/verification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15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steps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51560" y="13258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IDOR endpoints; enumerate other users' objects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17830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51560" y="17830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Crack/forge a weak JWT (e.g. alg:none or weak secret)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" y="22402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2" name="Text 9"/>
          <p:cNvSpPr/>
          <p:nvPr/>
        </p:nvSpPr>
        <p:spPr>
          <a:xfrm>
            <a:off x="50292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051560" y="22402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ownership checks + proper JWT verification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02920" y="26974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051560" y="26974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Re-test: access denied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1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IDOR + JWT findings with impact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authorization + token handling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the forged token / cross-user access now fails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 the AI / EiPE / Prompt Problem (see worksheet)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 once, authorize every request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trust client-supplied IDs or tokens blindly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 by default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Reflection &amp; review (midterm prep)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6</dc:title>
  <dc:subject>PptxGenJS Presentation</dc:subject>
  <dc:creator>Nutthakorn Chalaemwongwan</dc:creator>
  <cp:lastModifiedBy>Nutthakorn Chalaemwongwan</cp:lastModifiedBy>
  <cp:revision>1</cp:revision>
  <dcterms:created xsi:type="dcterms:W3CDTF">2026-06-28T12:00:30Z</dcterms:created>
  <dcterms:modified xsi:type="dcterms:W3CDTF">2026-06-28T12:00:30Z</dcterms:modified>
</cp:coreProperties>
</file>