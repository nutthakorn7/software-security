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Authentication, Sessions &amp; Access Control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vs authz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 &amp; JWT pitfalls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OIDC at a glance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&amp; broken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IDOR Treasure Hunt + JWT Forgery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5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steals sessions → today we manage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trust is limited — enforce on the server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Authn vs Authz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who are you? (login, MFA)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what are you allowed to do?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breaches today are authz failures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A01 Broken Access Control, A07 Authentication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issues a session token after login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cookie (HttpOnly, Secure, SameSite)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fixation, predictable IDs, no expiry, no logout invalidation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pitfalls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header.payload.signature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alg: none accepted → forge any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Weak/guessable HMAC secret → re-sign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exp / aud / signature at all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payload (it's only base64!)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 / OIDC (high level)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access via tokens — don't share passwords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adds identity (ID token) on top of OAuth2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bugs: open redirect, missing state, token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IDOR &amp; broken access control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/api/orders/1001   → your order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/api/orders/1002   → someone else's  😱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reference with no ownership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(become admin) vs horizontal (other users)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models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— Mandatory: system-enforced labels (military)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— Discretionary: owner grants access (file perms)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Role-Based: permissions via roles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RuBAC — Rule-Based: conditions (time of day, IP)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separation of duties · least privilege · implicit deny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RBAC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Role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Permissions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Developer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Read/write Git, JIRA,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QA Engineer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write test reports, JIRA, deploy to 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Project Manager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JIRA, view dashboard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3"/>
          <p:cNvSpPr/>
          <p:nvPr/>
        </p:nvSpPr>
        <p:spPr>
          <a:xfrm>
            <a:off x="5029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051560" y="3611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deploy to staging?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2920" y="4069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51560" y="4069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 must create bug entries — which role's perms to add?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attack in the logs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the kill chain from Apache logs: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/login.php?username=' or 1=1 limit 1; -- a&amp;...   302   ← SQLi admin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/upload.php                                     200   ← backdoor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/uploads/backdoor.php?cmd=ls%20-l                200   ← RCE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2826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 = space (URL-decode!) · logs let you trace what happened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CWE-639 / CWE-284 — IDOR / improper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CWE-287 — improper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CWE-345 / CWE-347 — insufficient verification / bad signature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 on every request (deny by default)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ownership, not just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session tokens + proper expiry/rotation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JWT signature, alg, exp, aud; keep secrets strong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ABAC enforced centrally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— Burp Suite workflow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Use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Proxy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intercept &amp; modify requests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Repeater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replay/tweak one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Intruder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 brute-force/fuzz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Decoder/Comparer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encode payloads / diff responses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611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3721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scope, intercept, change a value (e.g. price=1), forward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auth, sessions, IDOR, privilege escalation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Game — IDOR Treasure Hunt + JWT Forgery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object IDs to reach other users' data → each secret = a flag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weak JWT to become admin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implement RBAC checks + fix token signing/verification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IDOR endpoints; enumerate other users' objects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Crack/forge a weak JWT (e.g. alg:none or weak secret)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ownership checks + proper JWT verification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Re-test: access denied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+ JWT findings with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authorization + token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forged token / cross-user access now fails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once, authorize every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client-supplied IDs or tokens blindly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Reflection &amp; review (midterm prep)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6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