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change /orders/1 to /2 and read a stranger's data — promise that demo. The #1 web risk in 2025 is Broken Access Control, and it's mostly missing one check.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is the last teaching week before review/midterm — flag that. Lab = exploit IDOR + forge a JWT, then implement RBAC + proper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XSS could steal a session token; today: what IS that token, and how do we stop theft + misuse? Theme of the week: enforce on the server, every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students most often blur — make them repeat it. Authn = identity; authz = permission. A01 is #1 in OWASP 2025 precisely because authz checks get forgotten. Ask for an example of each failing.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cookie flags to W5: HttpOnly stops XSS theft, SameSite stops CSRF, Secure forces HTTPS. Be upfront that this lab doesn't touch cookies — don't let students expect a cookie-based task today. Explain session fixation briefly (attacker sets the id before login) as general knowledge.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 IS the "decode a JWT live" demo — edit the payload, watch base64url decode instantly (not encrypted), then flip alg to none and watch a server that trusts the header accept it. Emphasize: never put secrets in the payload. This is the JWT Forgery game, live.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to Wk4's parameterize slide. The break was never that the payload is readable (base64url always is) — it's that the server trusted a token whose signature it didn't properly check. alg:none says 'no signature' and a vulnerable server obeys; a weak secret ('secret') lets anyone RE-sign. Both defeat the ONE thing that matters: does the signature verify under a key only we hold? Fix: pin HS256 so 'none' is rejected, use a strong random secret from the environment, and require exp+aud so a stray token can't be replayed. Punch line, and the analog of 'parameterize once': this fix lives in current_user(), so the moment you fix it, /api/orders AND /api/admin are both protected — there is no per-endpoint patch to forget. Never put secrets in the payload.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slide — leave it up during the JWT Forgery lab. It shows the whole story: the payload is always readable (blue), so the bug is never 'they saw the data' — it's a signature that wasn't verified. Point at the orange empty signature (alg:none) and the orange HMAC(secret) (weak key), then the blue fix line: pin HS256, strong secret, require exp+aud. Same story the jwt-forge sim animates live. Land the punch line: signed, not sealed.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high-level (full OAuth is its own course). Key idea: "Login with Google" = delegation, you never give the app your Google password. The `state` parameter prevents CSRF on the callback.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IDOR Treasure Hunt. The server authenticated you but never checked the object BELONGS to you. Horizontal = peer data; vertical = privilege escalation.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IDOR fix mechanism. The vulnerable get_order literally CALLS current_user() and throws the answer away (vulnerable_app.py L63) — Gate 1 runs, Gate 2 doesn't exist. Drive it home: this is not an authentication bug, alice really is alice; it's that being authenticated was treated as permission to read ANY object. The one-line fix compares the object's owner to the caller and denies by default. Emphasize 'every object access' and 'centralize' so one forgotten endpoint doesn't reopen it — which is exactly what the next slide (two gates) generalizes.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of the whole week, made concrete: JWT pitfalls broke Gate 1, IDOR broke Gate 2, and they're independent failures — fixing one doesn't fix the other. This is why "Defenses" lists both "verify JWT" and "check ownership" as separate bullets, not one fix.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taxonomy — general knowledge. Today's lab does NOT implement RBAC/ABAC: the actual fix is a flat ownership check (`order["owner"] != user`), no roles or permissions structure at all. Don't tell students they'll build RBAC today; they won't. Stress the three best-practice principles — especially implicit deny (default to no access).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interactively — give 2 minutes, then poll answers. (1) QA only. (2) add JIRA-write, narrowly (least privilege, not a full role bump). (3) Developer (write Git); discuss whether QA's staging deploy counts.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W4 (SQLi auth bypass + upload→RCE) into incident response. Walk the three lines as a story: get in → plant webshell → run commands. Teach URL-decoding (%20=space). Defenders read logs; attackers leave them.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for the worksheet — these three are what's actually graded (worksheet header + Q1). CWE-321 is easy to drop since it's not the "obvious" JWT CWE, but it's the weak-secret task's specific id.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authorize EVERY request, deny by default. "Check ownership, not just authentication" is the IDOR fix in one line. Centralize so you can't forget a check on one endpoint.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— they'll use Repeater to tweak object ids and Intruder to enumerate. Demo: intercept, change orders/1→2, forward, see another user's data. Set scope first so you don't attack out-of-bounds.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lab. Treasure hunt = enumerate ids for per-student flags — it's horizontal privilege escalation (become another regular user), not vertical (become admin); /api/admin exists in the code but no graded task ever targets it, don't imply it does. Defend is read-and-cite against a pre-written fix, not student-authored RBAC — nothing here is role-based.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Steps 3-4 (verify the defense + cite the fix) graded — no student-authored fix code in this lab, the fix is handed to them already written. The weekly quiz no longer asks for the object id/fix/flag (dropped — quiz runs before the lab) — that's required in the worksheet instead. Also the NoteVault project access-control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proof — "citation," not "you wrote a fix": the correct app is provided pre-written.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"we authenticated the user — why can they still read another user's order?" (no ownership/authz check).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the teaching block: "Next week we consolidate W1-6 — Jeopardy + a mock CTF in the exact midterm format. Bring your cheat-sheet of CWEs." Remind cumulative review quiz in W7.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Sessions &amp; Access Control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vs authz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&amp; JWT pitfalls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at a glance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&amp; broken access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IDOR Treasure Hunt + JWT Forgery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5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steals sessions → today we manage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trust is limited — enforce on the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vs Authz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who are you? (login, MFA)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are you allowed to do?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breaches today are authz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A01 Broken Access Control, A07 Authentication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21408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issues a session token after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pattern: stored in a cookie (HttpOnly, Secure, SameSite)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fixation, predictable IDs, no expiry, no logout invalidation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 is 100% JWT bearer-token — no cookies at all. Of these four risks, only "no expiry" is what you'll actually exercise (the fix adds a 15-min exp claim); fixation/predictable-ID/logout-invalidation are cookie-session concepts, general knowledge, not tested 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pitfalls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 none accepted → forge any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Weak/guessable HMAC secret → re-sign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exp / aud / signature at 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payload (it's only base64!)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0083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/sim/jwt-forge (interactive simulation, web only)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verify the signature — one check, every endpoint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303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'none' allowed + weak secret -&gt; any forged token passes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alg == "none": jwt.decode(token, options={"verify_signature": False})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"secret"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pin the algorithm, strong secret, require exp + aud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jwt.decode(token, SECRET, algorithms=["HS256"],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audience=AUD, options={"require": ["exp", "aud"]})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300984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410712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 is encoding, not a seal — only the signature check stops forgery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algorithms=["HS256"] (never "none") + a strong random secret from env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in one place (current_user) → every endpoint is covered at once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forgery in one picture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A JWT is header.payload.signature in base64url: the header and payload are readable and editable by anyone, only the signature is a seal. Two forgeries: alg:none sets an empty signature and a vulnerable server skips the check and accepts sub:admin; a weak secret lets the attacker re-sign sub:admin so the signature verifies. The fix pins algorithms to HS256, uses a strong secret, and requires exp and aud, so both forged tokens return 401 — and because the check lives in current_user it covers every endpoint at once.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OIDC (high level)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access via tokens — don't share passwords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adds identity (ID token) on top of OAuth2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bugs: open redirect, missing state, token leakage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IDOR &amp; broken access control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/api/orders/1   → your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/api/orders/2   → someone else's  😱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reference with no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(become admin) vs horizontal (other users)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check ownership — a valid token is not permission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303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authenticated, but the result is thrown away -&gt; no Gate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get_order(oid):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current_user()                 # WHO you are...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jsonify(ORDERS[oid])    # ...but never 'may you see THIS?'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deny-by-default ownership check on every object access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order["owner"] != user: return 403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300984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410712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answers who; authorization answers may you touch THIS object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real, valid token must still be refused bob's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 at every object access — deny by default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two gates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One HTTP request must pass two gates. Gate 1, authentication: verify the token's signature and algorithm — broken by alg:none and a weak hardcoded secret, so a forged token passes. Gate 2, authorization: does the caller own THIS object — broken because the ownership check never runs. The key point: even a perfectly valid, genuine token clears Gate 1 but must not be enough to clear Gate 2 on its own — alice's own valid login token can still read bob's order if Gate 2 is missing.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models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— Mandatory: system-enforced labels (military)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— Discretionary: owner grants access (file perms)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Role-Based: permissions via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RuBAC — Rule-Based: conditions (time of day, IP)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separation of duties · least privilege · implicit deny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Permissions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Developer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Read/write Git, JIRA,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QA Engineer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write test reports, JIRA, deploy to staging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Project Manager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JIRA, view dashboard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Read Git, run unit tests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51560" y="3611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deploy to staging?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— RBAC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must create bug entries — which role's perms to add?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roles that can modify the codebase.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2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attack in the logs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kill chain from Apache logs: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/login.php?username=' or 1=1 limit 1; -- a&amp;...   302   ← SQLi admin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/upload.php                                     200   ← backdoor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/uploads/backdoor.php?cmd=ls%20-l                200   ← RCE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172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= space (URL-decode!) · logs let you trace what happened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CWE-639 — IDOR / missing ownership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CWE-347 — improper signature verification (alg:none forgery)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CWE-321 — use of a hardcoded/weak cryptographic key (the guessable HMAC secret)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 on every request (deny by default)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ownership, not just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session tokens + proper expiry/rotation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signature, alg, exp, aud; keep secrets strong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 enforced centrally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the check — don't scatter if role==... everywhere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— Burp Suite workflow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Use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Proxy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intercept &amp; modify requests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Repeater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replay/tweak one request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Intruder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automate brute-force/fuzz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Decoder/Comparer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encode payloads / diff responses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721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scope, intercept, change a value (e.g. price=1), forward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auth, sessions, IDOR, privilege escalation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Game — IDOR Treasure Hunt + JWT Forgery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object IDs to reach another user's data (horizontal — become "bob," not admin) → each secret = a flag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 weak JWT two ways: alg:none, then crack the hardcoded HMAC secret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53288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solution_app.py (already fixed), prove it blocks all three attacks (403 + two 401s), cite the exact fix line for each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15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6 — labs/week06-authn-authz/worksheet.md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IDOR endpoints; enumerate other users' objects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27889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Crack/forge a weak JWT (alg:none AND the weak HMAC secret — two separate graded attacks)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solution_app.py; re-test: access denied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39959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exact line that fixes each of the three attacks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2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+ JWT findings with impact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of the fix lines in solution_app.py for all three attacks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forged token / cross-user access now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once, authorize every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client-supplied IDs or tokens blindly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6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Reflection &amp; review (midterm prep)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6</dc:title>
  <dc:subject>PptxGenJS Presentation</dc:subject>
  <dc:creator>Nutthakorn Chalaemwongwan</dc:creator>
  <cp:lastModifiedBy>Nutthakorn Chalaemwongwan</cp:lastModifiedBy>
  <cp:revision>1</cp:revision>
  <dcterms:created xsi:type="dcterms:W3CDTF">2026-09-26T14:49:48Z</dcterms:created>
  <dcterms:modified xsi:type="dcterms:W3CDTF">2026-09-26T14:49:48Z</dcterms:modified>
</cp:coreProperties>
</file>