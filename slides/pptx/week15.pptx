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teaching week. Hook: everything we've learned — SAST, SCA, secrets, image scans — only works if it runs automatically on every commit. Today we wire it into one pipeline that turns every bad PR red — and, once those checks are required, blocks the merge.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Roadmap, 1 min. This week ties the whole course together. Lab is the capstone of the technical units: build the gate (Blue) vs sneak past it (Red).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story spine one last time: W13's image and IAM mistakes and W14's injection and XSS are exactly what this pipeline is built to catch on every push. The synthesis slide — walk back through the term: every tool we used by hand now runs automatically on every PR. Manual scanning doesn't scale and humans forget; pipelines don't. ~4 min.
Diagram: One app, three layers. You are here: W15. W13, where it runs: a secret baked into an image layer and an IAM policy with Action * on Resource *; fix with a hardened image and least privilege. W14, what it says: the app gets a chatbot; typed text overrides its rules (prompt injection) and its reply goes into the page unescaped (XSS); fix with guardrails, secret redaction and output escaping. W15, how it ships: Semgrep, Trivy and Gitleaks check every push, a red gate fails the PR, and the app denies on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story spine one last time: W13's image and IAM mistakes and W14's injection and XSS are exactly what this pipeline is built to catch on every push. The synthesis slide — walk back through the term: every tool we used by hand now runs automatically on every PR. Manual scanning doesn't scale and humans forget; pipelines don't. ~4 min.
Diagram: One app, three layers. You are here: W15. W13, where it runs: a secret baked into an image layer and an IAM policy with Action * on Resource *; fix with a hardened image and least privilege. W14, what it says: the app gets a chatbot; typed text overrides its rules (prompt injection) and its reply goes into the page unescaped (XSS); fix with guardrails, secret redaction and output escaping. W15, how it ships: Semgrep, Trivy and Gitleaks check every push, a red gate fails the PR, and the app denies on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it left to right before the YAML: ① report never fails, ② upload always runs, ③ the gate is the step meant to turn the build red — that's Part 2 Q1 in one picture. (An upload can still fail on its own, e.g. a private repo without code scanning — that's why the lab uses a public throwaway repo.) Point at the footnote: the Security tab shows MEDIUM findings like DS-0001 that the gate lets through. ~2 min.
Diagram: The security-ci.yml pipeline at a glance. A push or PR to main starts three jobs in parallel: Semgrep (SAST), Trivy (SCA plus IaC) and Gitleaks (secrets, whole git history). Each job runs the same three phases. The report step never fails (|| true or exit-code "0"). The upload step (if: always()) sends the SARIF to the GitHub Security tab, where every finding of every severity shows. The gate step re-scans and can fail the build. Semgrep's --error and Gitleaks' --exit-code 1 fail on any finding. Trivy's two gates fail only on HIGH or CRITICAL, and the IaC gate is skipped if the SCA gate already failed. The report shows everything; the gate decides.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worked example — this is the lab's actual pipeline. Be precise: Trivy's active jobs are fs (SCA) and config (IaC) — the image-scan step exists in the YAML but is commented out/optional, don't claim it's active. The "runs twice" pattern (report step + separate gate step) is what Part 2 Q1 is built around — say it explicitly. The sim's 2 decoys are the actual worksheet nuance: chmod 777 has no Trivy rule at any severity, while FROM:latest IS detected (DS-0001) but rated MEDIUM and filtered by severity:HIGH,CRITICAL — same green build, different reason. The KEY line is "fail build on HIGH/CRITICAL": a gate that only warns gets ignored.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worked example — this is the lab's actual pipeline. Be precise: Trivy's active jobs are fs (SCA) and config (IaC) — the image-scan step exists in the YAML but is commented out/optional, don't claim it's active. The "runs twice" pattern (report step + separate gate step) is what Part 2 Q1 is built around — say it explicitly. The sim's 2 decoys are the actual worksheet nuance: chmod 777 has no Trivy rule at any severity, while FROM:latest IS detected (DS-0001) but rated MEDIUM and filtered by severity:HIGH,CRITICAL — same green build, different reason. The KEY line is "fail build on HIGH/CRITICAL": a gate that only warns gets ignored.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managed equivalent they'll meet in industry. Same concept, less YAML to maintain. Mention SonarQube as the common quality-gate they'll see in internships.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Shift from prevention to detection. A09 (logging/monitoring failures) is a Top 10 risk because you can't respond to what you can't see. The CWE-532 point is graded (Part 2 Q4) and easy to skip if you only say "log security events" — a log line that captures the bad token has just created a new secrets-in-logs problem. Recall W6: we read attacker actions FROM logs — but only if they were logged.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Awareness of the defender's toolkit. NIDS watches the wire, HIDS watches the host, SIEM correlates everything. TAP vs SPAN is a practical gotcha: SPAN ports drop packets under load — you miss attacks. Keep brisk.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Ties back to W2 triage. The danger asymmetry: a false negative = an attack you never saw. But too many false positives → alert fatigue → analysts mute everything → effective false negatives. The skill is TUNING.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taste of incident response / forensics. Order of volatility: capture RAM before you pull the plug — it's gone on shutdown. 4625 (failed) / 4624 (success) are the login events they'd grep in a real investigation.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design principle that recurs: when something breaks, DENY (fail closed), don't accidentally grant access (fail open). Verbose errors leak schema/secrets (recall W4 error-based enumeration).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professional/ethical close: finding a bug is step one; managing it to a fix (with SLAs) is the job. Coordinated disclosure + security.txt = how to receive reports responsibly. Connects to the course ethics theme.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synthesis slide, and arguably the whole course's closing argument: "secure by default" means someone has to have DECIDED the default, twice here — once in YAML severity filters, once in an except block. Keep the two apart: a severity threshold is a policy someone can defend (or not), while an except branch that grants access on error is a bug (A10, CWE-636). Walk both panels, land on the bottom line before the game. ~5 min.
Diagram: Two panels showing the same yes-or-no decision at two different times. Build time: the CI gate's HIGH/CRITICAL severity filter, not the scanner itself, decides what a build refuses — root user (DS-0002, HIGH) is caught, :latest (DS-0001, MEDIUM) slips past the filter. Run time: the /admin handler makes the identical decision on an exception — fail-open returns 200 and logs nothing (silent bypass, A09); fail-closed returns 403 and logs event=authz_failure without ever logging the token itself (CWE-532). At build time, letting MEDIUM through is a risk decision — fine if someone made it on purpose, a gap if nobody looked. At run time, the except branch that returns 200 is the actual fail-open bug: A10, CWE-636.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companion to the diagram above; every response and log line was captured from the real :8090/:8091 containers. Click "no token" (8090 leaks, 8091 logs a WARNING), then "user, not admin" (both deny: the bug lives only on the error path), then "real admin" (both unlock).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capstone game. Both roles teach: Blue learns to configure gates, Red learns where gates have blind spots. Task 4 (the graded screenshot) needs a defect that maps to a gate; anything that slips through instead is a Task 5 Red point, exactly as the worksheet scores it. Run it as live PRs against the pipeline. The weekly quiz no longer asks for the gate/what-it-blocks/flag (dropped — quiz runs before the lab) — that's required in the worksheet instead, don't drop the flag half there, it's still graded.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rules of the game on one board. Top rows = Task 3 (Blue must clear these first or every Red PR is already red); dashed cells = cross-hits, one defect turning two jobs red. ~2 min.
Diagram: The Break the Build game board, measured by running security-ci.yml's own gate commands on the real lab files. Columns: Semgrep gate, Trivy SCA gate, Trivy IaC gate, Gitleaks gate. Blue's baseline is red before Red does anything: unpinned @v4/@v3 action tags and host="0.0.0.0" trip Semgrep, and the docs' own curl examples with the toy alice-token header trip Gitleaks' curl-auth-header (a false positive). Red's attacks, one per PR on Blue's green baseline: urllib3==1.24.1 trips only Trivy SCA (7 HIGH, e.g. CVE-2019-11324). A Dockerfile running as root trips Trivy IaC (DS-0002 HIGH) and also Semgrep (missing-user or last-user-is-root). A ghp_ GitHub token trips Gitleaks (github-pat) and also Trivy SCA, whose secret scanner rates it CRITICAL. Decoys stay green: chmod 777 has no rule, and FROM python:latest is DS-0001 MEDIUM, which the gate filters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"untouched lab" first: Semgrep + Gitleaks are red before Red does anything. Then "Blue's clean baseline", then each Red preset. End on "two defects in one PR": the IaC gate shows skipped, which is why the worksheet says one defect per PR.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lab briefing for path (a), in the order students do it: ① compose up, ② same request to both ports, ③ docker compose logs, ④ alice-token still works. ~2 min.
Diagram: Task 1b at a glance. From the lab folder, docker compose up starts two containers from the same python:3.12-slim image, both mounting the lab folder: insecure_service.py on localhost:8090 and secure_service.py on localhost:8091. Send both the same GET /admin with no token. :8090 answers 200 with the panel and the FLAG, because the USERS dictionary lookup raises KeyError and the except branch grants access; its log shows only a 200 access line. :8091 answers 403 forbidden and logs a WARNING on the security logger (event=authz_failure outcome=deny reason=unauthenticated). Then prove the fix keeps admins in: alice-token still unlocks :8091, and the auto-grader checks both. Submit the flag, both responses and the failing-open except line; a local run returns the public demo flag, the graded one comes from your hosted instance.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separate targets this week, both graded: security-ci.yml is the CI gate; insecure_service.py/secure_service.py (compose, :8090/:8091) is where the local (public demo) flag lives; graded per-student flags come from the hosted instance. The "build failing" screenshot is the proof the gate actually says no — a green pipeline that never fails is useless. The worksheet grades one planted defect (Task 4); encourage all three if time allows. AI-resilient tasks count. This is also the last weekly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+ course wrap of the technical units. Cold-call: "why must the gate FAIL the build, not just warn?" (warnings get ignored).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Wrap: "Teaching is done — next is your capstone: ship something secure, then defend it in the final CTF. Bring your project to the studio."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DevSecOps: Putting It Together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Nutthakorn Chalaemwongwan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 the CI/CD pipeline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monitoring &amp; alerting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safely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mgmt &amp; disclosure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Game: Break the Build (Red vs Blue)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course in one pipeline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408176"/>
          </a:xfrm>
          <a:prstGeom prst="roundRect">
            <a:avLst>
              <a:gd name="adj" fmla="val 519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(Wk2) · SCA + image scan (Wk12–13) · IaC (infrastructure-as-code) config scan (Wk13) · secret scanning (Wk2)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gates instead of one-off scans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Design as the default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course in one pipeline (cont.)</a:t>
            </a:r>
            <a:endParaRPr lang="en-US" sz="2600" dirty="0"/>
          </a:p>
        </p:txBody>
      </p:sp>
      <p:pic>
        <p:nvPicPr>
          <p:cNvPr id="5" name="Image 1" descr="One app, three layers. You are here: W15. W13, where it runs: a secret baked into an image layer and an IAM policy with Action * on Resource *; fix with a hardened image and least privilege. W14, what it says: the app gets a chatbot; typed text overrides its rules (prompt injection) and its reply goes into the page unescaped (XSS); fix with guardrails, secret redaction and output escaping. W15, how it ships: Semgrep, Trivy and Gitleaks check every push, a red gate fails the PR, and the app denies on error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60775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7" name="Image 2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push, three jobs</a:t>
            </a:r>
            <a:endParaRPr lang="en-US" sz="2600" dirty="0"/>
          </a:p>
        </p:txBody>
      </p:sp>
      <p:pic>
        <p:nvPicPr>
          <p:cNvPr id="5" name="Image 1" descr="The security-ci.yml pipeline at a glance. A push or PR to main starts three jobs in parallel: Semgrep (SAST), Trivy (SCA plus IaC) and Gitleaks (secrets, whole git history). Each job runs the same three phases. The report step never fails (|| true or exit-code &quot;0&quot;). The upload step (if: always()) sends the SARIF to the GitHub Security tab, where every finding of every severity shows. The gate step re-scans and can fail the build. Semgrep's --error and Gitleaks' --exit-code 1 fail on any finding. Trivy's two gates fail only on HIGH or CRITICAL, and the IaC gate is skipped if the SCA gate already failed. The report shows everything; the gate decides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426" y="1097280"/>
            <a:ext cx="6581149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7" name="Image 2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security gate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371600"/>
          </a:xfrm>
          <a:prstGeom prst="roundRect">
            <a:avLst>
              <a:gd name="adj" fmla="val 4000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.github/workflows/security-ci.yml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semgrep   # SAST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trivy     # SCA (fs) + IaC (config) — image scan is optional, off by default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gitleaks  # secrets + git history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each tool runs TWICE: once to report (SARIF, always), once to gate (fails the build)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862072"/>
            <a:ext cx="8229600" cy="1408176"/>
          </a:xfrm>
          <a:prstGeom prst="roundRect">
            <a:avLst>
              <a:gd name="adj" fmla="val 519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9718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token gets only what it needs: contents: read, security-events: write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(SARIF) go to the GitHub Security tab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 run blocks a merge only if the jobs are required checks (branch protection)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security gate (cont.)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live: /sim/gate-check (interactive simulation, web only)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7" name="Image 1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option — GitHub Advanced Security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CodeQL code scanning (SAST) on every PR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scanning + push protection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Dependabot for vulnerable deps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as a quality/SAST gate alongside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3008376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008376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as the YAML gate — managed, in the repo.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Logging, monitoring, alerting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719072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A09:2025 — without logs you can't detect or respond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security events (authn, authz failures, anomalies)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log the secret/token value itself (CWE-532) — log reason=bad_token, not the token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suspicious patterns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tooling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NIDS (network intrusion detection) — Snort / Suricata watch network traffic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HIDS (host intrusion detection) — OSSEC watches one machine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(collects and connects alerts) — Security Onion bundles these tools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visibility: TAP (lossless) vs SPAN (cheap, can drop)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— the confusion matrix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Incident real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No incident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Alert fired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True positive ✅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False positive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No alert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False negative 💀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True negative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2770632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731520" y="2880360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 = worst case (missed attack)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false positives are inevitable — tune, don't silence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9" name="Image 1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something happens (NIST SP 800-86)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→ Examination → Analysis → Reporting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2075688"/>
            <a:ext cx="7680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what disappears first (order of volatility): memory → temp files → disk → logs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Failed/success logins: Windows Event 4625 / 4624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9" name="Image 1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safely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A10:2025 — mishandled errors leak info / fail open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closed: deny on error, don't bypass checks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expose stack traces / secrets in errors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management &amp; disclosure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by severity; track to remediation (SLAs)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disclosure &amp; bug bounties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security.txt; a path for researchers to report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decision, made twice</a:t>
            </a:r>
            <a:endParaRPr lang="en-US" sz="2600" dirty="0"/>
          </a:p>
        </p:txBody>
      </p:sp>
      <p:pic>
        <p:nvPicPr>
          <p:cNvPr id="5" name="Image 1" descr="Two panels showing the same yes-or-no decision at two different times. Build time: the CI gate's HIGH/CRITICAL severity filter, not the scanner itself, decides what a build refuses — root user (DS-0002, HIGH) is caught, :latest (DS-0001, MEDIUM) slips past the filter. Run time: the /admin handler makes the identical decision on an exception — fail-open returns 200 and logs nothing (silent bypass, A09); fail-closed returns 403 and logs event=authz_failure without ever logging the token itself (CWE-532). At build time, letting MEDIUM through is a risk decision — fine if someone made it on purpose, a gap if nobody looked. At run time, the except branch that returns 200 is the actual fail-open bug: A10, CWE-636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769" y="1097280"/>
            <a:ext cx="4280462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7" name="Image 2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— same request, two services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token. Both real services answer, and you see what each one logs.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live: /sim/fail-open (interactive simulation, web only)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7" name="Image 1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🔴🔵 Game — Break the Build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2322576"/>
          </a:xfrm>
          <a:prstGeom prst="roundRect">
            <a:avLst>
              <a:gd name="adj" fmla="val 315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Blue: set up the gate (Semgrep + Trivy + Gitleaks), fail on HIGH/CRITICAL, log security events and deny on error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Red: one planted defect per PR — an old dependency (Trivy SCA), a Dockerfile running as root (Trivy config), or a hard-coded token (Gitleaks)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Blue +1 per catch · Red +1 per defect that slips through (e.g. chmod 777, FROM :latest stay green) — then propose a rule that would catch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Flag: leak it from the fail-open /admin in insecure_service.py (local run = demo flag; graded flag = your hosted instance)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the Build — what each change turns red</a:t>
            </a:r>
            <a:endParaRPr lang="en-US" sz="2600" dirty="0"/>
          </a:p>
        </p:txBody>
      </p:sp>
      <p:pic>
        <p:nvPicPr>
          <p:cNvPr id="5" name="Image 1" descr="The Break the Build game board, measured by running security-ci.yml's own gate commands on the real lab files. Columns: Semgrep gate, Trivy SCA gate, Trivy IaC gate, Gitleaks gate. Blue's baseline is red before Red does anything: unpinned @v4/@v3 action tags and host=&quot;0.0.0.0&quot; trip Semgrep, and the docs' own curl examples with the toy alice-token header trip Gitleaks' curl-auth-header (a false positive). Red's attacks, one per PR on Blue's green baseline: urllib3==1.24.1 trips only Trivy SCA (7 HIGH, e.g. CVE-2019-11324). A Dockerfile running as root trips Trivy IaC (DS-0002 HIGH) and also Semgrep (missing-user or last-user-is-root). A ghp_ GitHub token trips Gitleaks (github-pat) and also Trivy SCA, whose secret scanner rates it CRITICAL. Decoys stay green: chmod 777 has no rule, and FROM python:latest is DS-0001 MEDIUM, which the gate filters out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404" y="1097280"/>
            <a:ext cx="6025191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7" name="Image 2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— which job goes red?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Blue's clean baseline, then Red: old urllib3, and find the gate that fails.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live: /sim/red-team-pr (interactive simulation, web only)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7" name="Image 1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1b at a glance</a:t>
            </a:r>
            <a:endParaRPr lang="en-US" sz="2600" dirty="0"/>
          </a:p>
        </p:txBody>
      </p:sp>
      <p:pic>
        <p:nvPicPr>
          <p:cNvPr id="5" name="Image 1" descr="Task 1b at a glance. From the lab folder, docker compose up starts two containers from the same python:3.12-slim image, both mounting the lab folder: insecure_service.py on localhost:8090 and secure_service.py on localhost:8091. Send both the same GET /admin with no token. :8090 answers 200 with the panel and the FLAG, because the USERS dictionary lookup raises KeyError and the except branch grants access; its log shows only a 200 access line. :8091 answers 403 forbidden and logs a WARNING on the security logger (event=authz_failure outcome=deny reason=unauthenticated). Then prove the fix keeps admins in: alice-token still unlocks :8091, and the auto-grader checks both. Submit the flag, both responses and the failing-open except line; a local run returns the public demo flag, the graded one comes from your hosted instance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041" y="1097280"/>
            <a:ext cx="6535918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7" name="Image 2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E8EDF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Worksheet 15 — labs/week15-devsecops-pipeline/worksheet.md (Part 3) · start: push security-ci.yml to your own public repo → GitHub Actions; for the flag, docker compose up → :8090 (insecure) / :8091 (secure)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587752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697480"/>
            <a:ext cx="768096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passing PR that adds the pipeline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screenshot of the failing gate step for your planted defect, and which job caught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FLAG{...} from the fail-open /admin, written in the worksheet (graded flag: your hosted instance)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 the AI / EiPE / Prompt Problem (see worksheet)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security gates — humans forget, pipelines don't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defend what you don't log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closed; disclose responsibly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15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Capstone studio &amp; CTF warm-up</a:t>
            </a:r>
            <a:endParaRPr lang="en-US" sz="1800" dirty="0"/>
          </a:p>
        </p:txBody>
      </p:sp>
      <p:pic>
        <p:nvPicPr>
          <p:cNvPr id="4" name="Image 0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15</dc:title>
  <dc:subject>PptxGenJS Presentation</dc:subject>
  <dc:creator>Nutthakorn Chalaemwongwan</dc:creator>
  <cp:lastModifiedBy>Nutthakorn Chalaemwongwan</cp:lastModifiedBy>
  <cp:revision>1</cp:revision>
  <dcterms:created xsi:type="dcterms:W3CDTF">2026-10-23T03:21:02Z</dcterms:created>
  <dcterms:modified xsi:type="dcterms:W3CDTF">2026-10-23T03:21:02Z</dcterms:modified>
</cp:coreProperties>
</file>