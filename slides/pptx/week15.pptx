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teaching week. Hook: everything we've learned — SAST, SCA, secrets, image scans — only works if it runs automatically on every commit. Today we wire it into one pipeline that blocks bad code.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week ties the whole course together. Lab is the capstone of the technical units: build the gate (Blue) vs sneak past it (Red).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walk back through the term: every tool we used by hand now runs automatically on every PR. Manual scanning doesn't scale and humans forget; pipelines don't.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 before the YAML: ① report never fails, ② upload always runs, ③ only the gate can turn the build red — that's Part 2 Q1 in one picture. Point at the footnote: the Security tab shows MEDIUM findings like DS-0001 that the gate lets through. ~2 min.
Diagram: The security-ci.yml pipeline at a glance. A push or PR to main starts three jobs in parallel: Semgrep (SAST), Trivy (SCA plus IaC) and Gitleaks (secrets, whole git history). Each job runs the same three phases. The report step never fails (|| true or exit-code "0"). The upload step (if: always()) sends the SARIF to the GitHub Security tab, where every finding of every severity shows. The gate step re-scans and can fail the build. Semgrep's --error and Gitleaks' --exit-code 1 fail on any finding. Trivy's two gates fail only on HIGH or CRITICAL, and the IaC gate is skipped if the SCA gate already failed. The report shows everything; the gate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lab's actual pipeline. Be precise: Trivy's active jobs are fs (SCA) and config (IaC) — the image-scan step exists in the YAML but is commented out/optional, don't claim it's active. The "runs twice" pattern (report step + separate gate step) is what Part 2 Q1 is built around — say it explicitly. The sim's 2 decoys are the actual worksheet nuance: chmod 777 has no Trivy rule at any severity, while FROM:latest IS detected (DS-0001) but rated MEDIUM and filtered by severity:HIGH,CRITICAL — same green build, different reason. The KEY line is "fail build on HIGH/CRITICAL": a gate that only warns gets ignored.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equivalent they'll meet in industry. Same concept, less YAML to maintain. Mention SonarQube as the common quality-gate they'll see in internships.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prevention to detection. A09 (logging/monitoring failures) is a Top 10 risk because you can't respond to what you can't see. The CWE-532 point is graded (Part 2 Q4) and easy to skip if you only say "log security events" — a log line that captures the bad token has just created a new secrets-in-logs problem. Recall W6: we read attacker actions FROM logs — but only if they were logged.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of the defender's toolkit. NIDS watches the wire, HIDS watches the host, SIEM correlates everything. TAP vs SPAN is a practical gotcha: SPAN ports drop packets under load — you miss attacks. Keep brisk.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back to W2 triage. The danger asymmetry: a false negative = an attack you never saw. But too many false positives → alert fatigue → analysts mute everything → effective false negatives. The skill is TUNING.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taste of incident response / forensics. Order of volatility: capture RAM before you pull the plug — it's gone on shutdown. 4625 (failed) / 4624 (success) are the login events they'd grep in a real investigation.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design principle that recurs: when something breaks, DENY (fail closed), don't accidentally grant access (fail open). Verbose errors leak schema/secrets (recall W4 error-based enumeration).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professional/ethical close: finding a bug is step one; managing it to a fix (with SLAs) is the job. Coordinated disclosure + security.txt = how to receive reports responsibly. Connects to the course ethics theme.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slide, and arguably the whole course's closing argument: "secure by default" means someone has to have DECIDED the default, twice here — once in YAML severity filters, once in an except block. An unexamined default is always permissive. Walk both panels, land on the bottom line before the game. ~5 min.
Diagram: 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Both defaults, unexamined, are yes: the gate exits 0 on anything it wasn't told to fail on, the handler returns 200 on anything that threw. Nobody chose — that silence is A10, CWE-636.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Interactive companion to the diagram above; every response and log line was captured from the real :8090/:8091 containers. Click "no token" (8090 leaks, 8091 logs a WARNING), then "user, not admin" (both deny: the bug lives only on the error path), then "real admin" (both unlock).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game. Both roles teach: Blue learns to configure gates, Red learns where gates have blind spots — but Red's menu is fixed to 3 attacks that actually map to a gate, not open-ended. Run it as live PRs against the pipeline. The weekly quiz no longer asks for the gate/what-it-blocks/flag (dropped — quiz runs before the lab) — that's required in the worksheet instead, don't drop the flag half there, it's still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of the game on one board. Top rows = Task 3 (Blue must clear these first or every Red PR is already red); dashed cells = cross-hits, one defect turning two jobs red. ~2 min.
Diagram: The Break the Build game board, measured by running security-ci.yml's own gate commands on the real lab files. Columns: Semgrep gate, Trivy SCA gate, Trivy IaC gate, Gitleaks gate. Blue's baseline is red before Red does anything: unpinned @v4/@v3 action tags and host="0.0.0.0" trip Semgrep, and the docs' own curl examples with the toy alice-token header trip Gitleaks' curl-auth-header (a false positive). Red's attacks, one per PR on Blue's green baseline: urllib3==1.24.1 trips only Trivy SCA (7 HIGH, e.g. CVE-2019-11324). A Dockerfile running as root trips Trivy IaC (DS-0002 HIGH) and also Semgrep (missing-user or last-user-is-root). A ghp_ GitHub token trips Gitleaks (github-pat) and also Trivy SCA, whose secret scanner rates it CRITICAL. Decoys stay green: chmod 777 has no rule, and FROM python:latest is DS-0001 MEDIUM, which the gate filters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"untouched lab" first: Semgrep + Gitleaks are red before Red does anything. Then "Blue's clean baseline", then each Red preset. End on "two defects in one PR": the IaC gate shows skipped, which is why the worksheet says one defect per PR.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briefing for path (a), in the order students do it: ① compose up, ② same request to both ports, ③ docker compose logs, ④ alice-token still works. ~2 min.
Diagram: Task 1b at a glance. From the lab folder, docker compose up starts two containers from the same python:3.12-slim image, both mounting the lab folder: insecure_service.py on localhost:8090 and secure_service.py on localhost:8091. Send both the same GET /admin with no token. :8090 answers 200 with the panel and the FLAG, because the USERS dictionary lookup raises KeyError and the except branch grants access; its log shows only a 200 access line. :8091 answers 403 forbidden and logs a WARNING on the security logger (event=authz_failure outcome=deny reason=unauthenticated). Then prove the fix keeps admins in: alice-token still unlocks :8091, and the auto-grader checks both. Submit the flag, both responses and the failing-open except line; a local run returns the public demo flag, the graded one comes from your hosted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screenshots are the proof the gate actually blocks — a green pipeline that never fails is useless, and one category alone undersells the deliverable.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separate targets this week, both graded: security-ci.yml is the CI gate; insecure_service.py/secure_service.py (compose, :8090/:8091) is where the local (public demo) flag lives; graded per-student flags come from the hosted instance. The "build failing" screenshots are the proof the gate actually blocks — a green pipeline that never fails is useless, and one category alone undersells the deliverable. AI-resilient tasks count. This is also the last weekly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+ course wrap of the technical units. Cold-call: "why must the gate FAIL the build, not just warn?" (warnings get ignored).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Wrap: "Teaching is done — next is your capstone: ship something secure, then defend it in the final CTF. Bring your project to the studio."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15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DevSecOps: Putting It Together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in the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alerting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Failing safely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mgmt &amp; disclosure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Break the Build (Red vs Blue)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course in one pipeline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(Wk2) · SCA + image scan (Wk12–13) · secret scanning (Wk2)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gates instead of one-off scans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 as the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push, three jobs</a:t>
            </a:r>
            <a:endParaRPr lang="en-US" sz="2600" dirty="0"/>
          </a:p>
        </p:txBody>
      </p:sp>
      <p:pic>
        <p:nvPicPr>
          <p:cNvPr id="5" name="Image 1" descr="The security-ci.yml pipeline at a glance. A push or PR to main starts three jobs in parallel: Semgrep (SAST), Trivy (SCA plus IaC) and Gitleaks (secrets, whole git history). Each job runs the same three phases. The report step never fails (|| true or exit-code &quot;0&quot;). The upload step (if: always()) sends the SARIF to the GitHub Security tab, where every finding of every severity shows. The gate step re-scans and can fail the build. Semgrep's --error and Gitleaks' --exit-code 1 fail on any finding. Trivy's two gates fail only on HIGH or CRITICAL, and the IaC gate is skipped if the SCA gate already failed. The report shows everything; the gate decides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426" y="1097280"/>
            <a:ext cx="6581149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371600"/>
          </a:xfrm>
          <a:prstGeom prst="roundRect">
            <a:avLst>
              <a:gd name="adj" fmla="val 400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.github/workflows/security-ci.yml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semgrep   # SAST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trivy     # SCA (fs) + IaC (config) — image scan is optional, off by default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gitleaks  # secrets + git history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each tool runs TWICE: once to report (SARIF, always), once to gate (fails the build)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86207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971800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token: contents: read, security-events: write — don't hand the pipeline more than it needs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SARIF → GitHub Security tab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security gate (cont.)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/sim/gate-check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option — GitHub Advanced Security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(SAST) on every 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as a quality/SAST gate alongside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as the YAML gate — managed, in the repo.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Logging, monitoring, alerting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A09:2025 — without logs you can't detect or respond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security events (authn, authz failures, anomalies)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log the secret/token value itself (CWE-532) — log reason=bad_token, not the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suspicious patterns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tooling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NIDS — Snort / Suricata (network signatures)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HIDS — OSSEC (host-based)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stack — Security Onion bundles them +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visibility: TAP (lossless) vs SPAN (cheap, can drop)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— the confusion matrix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Incident real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No incident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Alert fired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positive 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positive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 alert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False negative 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True negative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27706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28803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= worst case (missed attack)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false positives are inevitable — tune, don't silence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happens (NIST SP 800-86)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→ Examination → Analysis → Reporting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order of volatility: memory → temp files → disk →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Failed/success logins: Windows Event 4625 / 4624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9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safely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A10:2025 — mishandled errors leak info / fail open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closed: deny on error, don't bypass checks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expose stack traces / secrets in errors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Vulnerability management &amp; disclosure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severity; track to remediation (SLAs)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disclosure &amp; bug bounties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security.txt; a path for researchers to report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decision, made twice</a:t>
            </a:r>
            <a:endParaRPr lang="en-US" sz="2600" dirty="0"/>
          </a:p>
        </p:txBody>
      </p:sp>
      <p:pic>
        <p:nvPicPr>
          <p:cNvPr id="5" name="Image 1" descr="Two panels showing the same yes-or-no decision at two different times. Build time: the CI gate's HIGH/CRITICAL severity filter, not the scanner itself, decides what a build refuses — root user (DS-0002, HIGH) is caught, :latest (DS-0001, MEDIUM) slips past the filter. Run time: the /admin handler makes the identical decision on an exception — fail-open returns 200 and logs nothing (silent bypass, A09); fail-closed returns 403 and logs event=authz_failure without ever logging the token itself (CWE-532). Both defaults, unexamined, are yes: the gate exits 0 on anything it wasn't told to fail on, the handler returns 200 on anything that threw. Nobody chose — that silence is A10, CWE-636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69" y="1097280"/>
            <a:ext cx="4280462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same request, two services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token. Both real services answer, and you see what each one logs.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/sim/fail-open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🔴🔵 Game — Break the Build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212848"/>
          </a:xfrm>
          <a:prstGeom prst="roundRect">
            <a:avLst>
              <a:gd name="adj" fmla="val 330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Blue: build the gate (Semgrep + Trivy + Gitleaks), fail on HIGH/CRITICAL, add security logging that fails closed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three gate-mapped attacks only — outdated dependency (Trivy SCA), a Dockerfile running as root (Trivy config), a hardcoded token (Gitleaks). chmod 777 and FROM:latest are decoys that stay green — not gate bypasses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Blue per catch, Red per successful bypass; then leak the flag from the fail-open /admin bypass in insecure_service.py (a public demo value on a local run; your personal flag comes from your hosted instance)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the Build — what each change turns red</a:t>
            </a:r>
            <a:endParaRPr lang="en-US" sz="2600" dirty="0"/>
          </a:p>
        </p:txBody>
      </p:sp>
      <p:pic>
        <p:nvPicPr>
          <p:cNvPr id="5" name="Image 1" descr="The Break the Build game board, measured by running security-ci.yml's own gate commands on the real lab files. Columns: Semgrep gate, Trivy SCA gate, Trivy IaC gate, Gitleaks gate. Blue's baseline is red before Red does anything: unpinned @v4/@v3 action tags and host=&quot;0.0.0.0&quot; trip Semgrep, and the docs' own curl examples with the toy alice-token header trip Gitleaks' curl-auth-header (a false positive). Red's attacks, one per PR on Blue's green baseline: urllib3==1.24.1 trips only Trivy SCA (7 HIGH, e.g. CVE-2019-11324). A Dockerfile running as root trips Trivy IaC (DS-0002 HIGH) and also Semgrep (missing-user or last-user-is-root). A ghp_ GitHub token trips Gitleaks (github-pat) and also Trivy SCA, whose secret scanner rates it CRITICAL. Decoys stay green: chmod 777 has no rule, and FROM python:latest is DS-0001 MEDIUM, which the gate filters out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04" y="1097280"/>
            <a:ext cx="6025191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job goes red?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untouched lab or Blue's fixes, plant a defect, read the run step by step.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/sim/red-team-pr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1b at a glance</a:t>
            </a:r>
            <a:endParaRPr lang="en-US" sz="2600" dirty="0"/>
          </a:p>
        </p:txBody>
      </p:sp>
      <p:pic>
        <p:nvPicPr>
          <p:cNvPr id="5" name="Image 1" descr="Task 1b at a glance. From the lab folder, docker compose up starts two containers from the same python:3.12-slim image, both mounting the lab folder: insecure_service.py on localhost:8090 and secure_service.py on localhost:8091. Send both the same GET /admin with no token. :8090 answers 200 with the panel and the FLAG, because the USERS dictionary lookup raises KeyError and the except branch grants access; its log shows only a 200 access line. :8091 answers 403 forbidden and logs a WARNING on the security logger (event=authz_failure outcome=deny reason=unauthenticated). Then prove the fix keeps admins in: alice-token still unlocks :8091, and the auto-grader checks both. Submit the flag, both responses and the failing-open except line; a local run returns the public demo flag, the graded one comes from your hosted instanc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041" y="1097280"/>
            <a:ext cx="6535918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15 — labs/week15-devsecops-pipeline/worksheet.md (Part 3) · kickoff: push security-ci.yml → GitHub Actions; separately, docker compose up → :8090 (insecure) / :8091 (secure) for the flag task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passing PR that adds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build failing on each of the 3 Red-team categories (dependency, root Dockerfile, hardcoded token) — not just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FLAG{...} from the fail-open /admin bypass, in the worksheet (not the weekly quiz, which runs before the lab); your personal flag comes from your hosted instance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security gates — humans forget, pipelines don't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defend what you don't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closed; disclose responsibly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15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Capstone studio &amp; CTF warm-up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f63a82af-e1ad-40ed-89c4-03c6ca776e3f/scratchpad/vis-w15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15</dc:title>
  <dc:subject>PptxGenJS Presentation</dc:subject>
  <dc:creator>Nutthakorn Chalaemwongwan</dc:creator>
  <cp:lastModifiedBy>Nutthakorn Chalaemwongwan</cp:lastModifiedBy>
  <cp:revision>1</cp:revision>
  <dcterms:created xsi:type="dcterms:W3CDTF">2026-10-22T19:24:09Z</dcterms:created>
  <dcterms:modified xsi:type="dcterms:W3CDTF">2026-10-22T19:24:09Z</dcterms:modified>
</cp:coreProperties>
</file>