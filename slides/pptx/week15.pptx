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15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DevSecOps: Putting It Together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in the CI/CD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Logging, monitoring &amp; alerting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Failing safely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mgmt &amp; disclosure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Break the Build (Red vs Blue)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course in one pipeline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(Wk2) · SCA + image scan (Wk12–13) · secret scanning (Wk2)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gates instead of one-off scans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 as the default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security gate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54480"/>
          </a:xfrm>
          <a:prstGeom prst="roundRect">
            <a:avLst>
              <a:gd name="adj" fmla="val 3529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.github/workflows/security-ci.yml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semgrep   # SAST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trivy     # SCA + image + IaC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gitleaks  # secrets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fail build on HIGH/CRITICAL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3044952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3154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SARIF → GitHub Security tab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option — GitHub Advanced Security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CodeQL code scanning (SAST) on every PR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 + push protection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 for vulnerable deps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as a quality/SAST gate alongside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as the YAML gate — managed, in the repo.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Logging, monitoring, alerting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A09:2025 — without logs you can't detect or respond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security events (authn, authz failures, anomalies)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suspicious patterns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tooling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NIDS — Snort / Suricata (network signatures)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HIDS — OSSEC (host-based)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/ stack — Security Onion bundles them + analysis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visibility: TAP (lossless) vs SPAN (cheap, can drop)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— the confusion matrix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Incident real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No incident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Alert fired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True positive ✅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False positive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No alert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False negative 💀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True negative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27706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31520" y="28803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 = worst case (missed attack)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false positives are inevitable — tune, don't silence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happens (NIST SP 800-86)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→ Examination → Analysis → Reporting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order of volatility: memory → temp files → disk → logs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Failed/success logins: Windows Event 4625 / 4624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safely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A10:2025 — mishandled errors leak info / fail open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closed: deny on error, don't bypass checks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expose stack traces / secrets in errors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Vulnerability management &amp; disclosure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by severity; track to remediation (SLAs)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disclosure &amp; bug bounties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security.txt; a path for researchers to report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🔴🔵 Game — Break the Build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Blue: build the gate (Semgrep + Trivy + Gitleaks), fail on HIGH/CRITICAL, add security logging that fails closed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Red: submit PRs sneaking in a vuln/secret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Score: Blue per catch, Red per bypass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passing PR that adds the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build failing on an injected vulnerable dependency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security gates — humans forget, pipelines don't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defend what you don't log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closed; disclose responsibly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Capstone studio &amp; CTF warm-up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15</dc:title>
  <dc:subject>PptxGenJS Presentation</dc:subject>
  <dc:creator>Nutthakorn Chalaemwongwan</dc:creator>
  <cp:lastModifiedBy>Nutthakorn Chalaemwongwan</cp:lastModifiedBy>
  <cp:revision>1</cp:revision>
  <dcterms:created xsi:type="dcterms:W3CDTF">2026-06-28T03:45:07Z</dcterms:created>
  <dcterms:modified xsi:type="dcterms:W3CDTF">2026-06-28T03:45:07Z</dcterms:modified>
</cp:coreProperties>
</file>