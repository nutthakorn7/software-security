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54480"/>
          </a:xfrm>
          <a:prstGeom prst="roundRect">
            <a:avLst>
              <a:gd name="adj" fmla="val 3529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+ image + IaC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fail build on HIGH/CRITICAL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4495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submit PRs sneaking in a vuln/secret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bypass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an injected vulnerable dependency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