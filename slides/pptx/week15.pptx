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blocks bad code.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walk back through the term: every tool we used by hand now runs automatically on every PR. Manual scanning doesn't scale and humans forget; pipelines don't.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Three scanners, each catching a class we studied. The KEY line is "fail build on HIGH/CRITICAL": a gate that only warns gets ignored. SARIF feeds findings into the Security tab.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spots. Run it as live PRs against the pipeline. Weekly quiz Q6 asks for one gate they added + what it blocks.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"build failing" screenshot is the proof the gate actually blocks — a green pipeline that never fails is useless.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54480"/>
          </a:xfrm>
          <a:prstGeom prst="roundRect">
            <a:avLst>
              <a:gd name="adj" fmla="val 3529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+ image + IaC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fail build on HIGH/CRITICAL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4495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submit PRs sneaking in a vuln/secret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bypass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15 — labs/week15-devsecops-pipeline/worksheet.md (Part 3) · kickoff: push security-ci.yml → GitHub Actions (· python sample-service.py)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an injected vulnerable dependency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