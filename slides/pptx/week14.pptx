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it's 2026 — your students will all ship AI features. Show that a single sentence can make an AI assistant ignore its rules and leak a secret. No exploit code, just text.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Big idea: prompt injection IS injection (W4) — untrusted data interpreted as instructions. Everything they learned applies. Lab = beat Gandalf, then add guardrails.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Justify the week: this is the most current, fastest-moving area in the course. Note the field changes monthly — what they learn is the THINKING, not a fixed list. OWASP LLM Top 10 + MITRE ATLAS are the references.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read all 10 — highlight the 2025 changes. LLM07 (system-prompt leakage) is new because devs hid secrets in prompts. LLM10 reframed as runaway COST (an agent loop can run up a huge bill).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concept — say "this is W4 injection in a new interpreter (the LLM)." Direct = the Gandalf game. Indirect is the scary one: the payload rides in a document/email/web page the model reads, so the victim never typed it.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Crucial and overlooked: the LLM's OUTPUT is attacker-influenced data. If you drop it into innerHTML you get XSS (W5); into a query, SQLi (W4). The rule from W5 returns: encode for the context, validate before use.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EchoLeak is the headline: zero-click — the victim just receives an email Copilot later reads, and data exfiltrates. No link clicked. Résumé injection makes it relatable (white-on-white text gaming an AI screener).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frontier — and where THEY will build. The moment an LLM can call tools, injection becomes real-world ACTIONS (send money, run code). The 43% MCP stat lands: the ecosystem is young and insecure.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Drive the pattern home — it's the unifying lesson: an exploit needs privilege + untrusted input + a way out. Break any one leg and the attack fails (that's what the defenses do). The tool-DESCRIPTION attack surprises everyone.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payoff — map each defense to a leg of the pattern: least-privilege tools cut PRIVILEGE; isolating RAG content cuts UNTRUSTED INPUT; egress limits + human approval cut the OUTBOUND CHANNEL. No single guardrail is enough; layer them.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Gandalf (Lakera) is genuinely fun and free — students compete to climb levels. Round 2 (build guardrails + least-privilege tools) is graded. Q6 of the quiz asks for the injection that captured the flag + why the guardrail failed.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least-privilege tool design is the thinking deliverable. Especially fitting this week: the Audit-the-AI task critiques an AI's own (insecure)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Cold-call: "the agent read a malicious email and wired money — which leg of privilege+input+channel would you cut, and how?"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we wire the whole course into one CI/CD pipeline — Red vs Blue: sneak a vuln past the gate, or block it."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14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of AI / LLM-Powered Applications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features add attack surface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 (2025)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(direct + indirect)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Agentic-AI / MCP risks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Gandalf Challenge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 whole week on AI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now sit inside real products &amp; agents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New, fast-moving attack surface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 + MITRE ATLAS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LLM Top 10 (2025)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LLM01 Prompt Injection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LLM02 Sensitive Info Disclosure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LLM03 Supply Chain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LLM04 Data/Model Poisoning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LLM05 Improper Output Handling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LLM06 Excessive Agency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LLM07 System Prompt Leakage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LLM08 Vector/Embedding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LLM09 Misinformation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LLM10 Unbounded Consumption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3191256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7" name="Text 3"/>
          <p:cNvSpPr/>
          <p:nvPr/>
        </p:nvSpPr>
        <p:spPr>
          <a:xfrm>
            <a:off x="731520" y="3191256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 2025: LLM07 System Prompt Leakage · LLM08 promoted (RAG everywhere) · LLM10 replaces "DoS" with runaway cost.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injection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text overrides the system's instructions — injection, again.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13432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423160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Direct: user tells the bot to ignore its rules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Indirect: malicious instructions hidden in a fetched doc / web page (RAG)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Improper output handling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 flows unsanitized into HTML/SQL/shell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XSS / injection downstream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LLM output as untrusted input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incidents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Bing Chat "Sydney" (2023): hidden page text overrode system rules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EchoLeak (2025): zero-click indirect injection in M365 Copilot → data exfil (CVE-2025-32711)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Auto-GPT wallet theft (2024): injected web/email content made an agent move crypto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Résumé injection: hidden white text inflated an AI screening score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3008376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3008376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needs no exploit code — just text the model trusts.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Agentic-AI / MCP risks (2025+)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call tools (e.g. via MCP) → real-world actions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poisoning, excessive agency, RCE via tools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ATLAS added agent techniques (Oct 2025)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Research: 43% of public MCP servers had command-injection flaws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MCP/agent incidents (2025)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× Cursor: privileged agent read a support ticket with injected SQL → leaked integration tokens (privileged access + untrusted input + exfil channel)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 Labs: a malicious trivia MCP server's tool description hijacked a trusted WhatsApp MCP → exfiltrated chats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MCPoison (CVE-2025-54136): approved-then-swapped MCP config in Cursor → silent RCE on every session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697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26974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danger pattern: privilege + untrusted input + an outbound channel.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Input/output guardrails + content filtering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output schemas/validation; encode before downstream use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tool access + human-in-the-loop for sensitive actions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Rate/consumption limits; isolate untrusted content in RAG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🧙 Game — Gandalf Challenge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 Gandalf levels via direct + indirect prompt injection → exfiltrate the secret (leaderboard by level)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tool poisoning / excessive agency on an agent with tools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51560" y="2240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2: add guardrails + least-privilege tools, re-test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pic>
        <p:nvPicPr>
          <p:cNvPr id="15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Worksheet 14 — labs/week14-ai-llm-security/worksheet.md (Part 3) · kickoff: docker compose up → :6000 (insecure) / :6001 (guarded)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13432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423160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log (which injection beat which level)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Mitigations + re-test results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agent/MCP tool design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(see worksheet)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= injection; LLM output = untrusted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 agency: least-privilege tools, human approval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 moves monthly — track OWASP LLM + ATLAS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DevSecOps — putting it together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14</dc:title>
  <dc:subject>PptxGenJS Presentation</dc:subject>
  <dc:creator>Nutthakorn Chalaemwongwan</dc:creator>
  <cp:lastModifiedBy>Nutthakorn Chalaemwongwan</cp:lastModifiedBy>
  <cp:revision>1</cp:revision>
  <dcterms:created xsi:type="dcterms:W3CDTF">2026-06-28T13:20:40Z</dcterms:created>
  <dcterms:modified xsi:type="dcterms:W3CDTF">2026-06-28T13:20:40Z</dcterms:modified>
</cp:coreProperties>
</file>