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it's 2026 — your students will all ship AI features. Show that a single sentence can make an AI assistant ignore its rules and leak a secret. No exploit code, just text.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Big idea: prompt injection IS injection (W4) — untrusted data interpreted as instructions. Everything they learned applies. Lab = beat Gandalf, then add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Justify the week: this is the most current, fastest-moving area in the course. Note the field changes monthly — what they learn is the THINKING, not a fixed list. OWASP LLM Top 10 + MITRE ATLAS are the references.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all 10 — highlight the 2025 changes. LLM07 (system-prompt leakage) is new because devs hid secrets in prompts. LLM10 reframed as runaway COST (an agent loop can run up a huge bill).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concept — say "this is W4 injection in a new interpreter (the LLM)." Direct = the Gandalf game. Indirect is the scary one: the payload rides in a document/email/web page the model reads, so the victim never typed it.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and overlooked: the LLM's OUTPUT is attacker-influenced data. If you drop it into innerHTML you get XSS (W5); into a query, SQLi (W4). The rule from W5 returns: encode for the context, validate before use.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EchoLeak is the headline: zero-click — the victim just receives an email Copilot later reads, and data exfiltrates. No link clicked. Résumé injection makes it relatable (white-on-white text gaming an AI screener).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frontier — and where THEY will build. The moment an LLM can call tools, injection becomes real-world ACTIONS (send money, run code). The 43% MCP stat lands: the ecosystem is young and insecure.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the pattern home — it's the unifying lesson: an exploit needs privilege + untrusted input + a way out. Break any one leg and the attack fails (that's what the defenses do). The tool-DESCRIPTION attack surprises everyone.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— map each defense to a leg of the pattern: least-privilege tools cut PRIVILEGE; isolating RAG content cuts UNTRUSTED INPUT; egress limits + human approval cut the OUTBOUND CHANNEL. No single guardrail is enough; layer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Gandalf (Lakera) is genuinely fun and free — students compete to climb levels. Round 2 (build guardrails + least-privilege tools) is graded. Q6 of the quiz asks for the injection that captured the flag + why the guardrail failed.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least-privilege tool design is the thinking deliverable. Especially fitting this week: the Audit-the-AI task critiques an AI's own (insecure)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"the agent read a malicious email and wired money — which leg of privilege+input+channel would you cut, and how?"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wire the whole course into one CI/CD pipeline — Red vs Blue: sneak a vuln past the gate, or block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of AI / LLM-Powered Applications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features add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(direct + indirect)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Agentic-AI / MCP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Gandalf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whole week on AI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now sit inside real products &amp; agents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fast-moving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+ MITRE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 Top 10 (2025)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LLM01 Prompt 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LLM02 Sensitive Info Disclosure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LLM03 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LLM04 Data/Model Poisoning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LLM05 Improper Output Handling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LLM06 Excessive Agency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LLM07 System Prompt Leakage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LLM08 Vector/Embedding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LLM09 Misinformation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LLM10 Unbounded Consumption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1912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31912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 2025: LLM07 System Prompt Leakage · LLM08 promoted (RAG everywhere) · LLM10 replaces "DoS" with runaway cost.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text overrides the system's instructions — injection, again.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user tells the bot to ignore its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malicious instructions hidden in a fetched doc / web page (RAG)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output handling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flows unsanitized into HTML/SQL/shell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XSS / injection downstream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LLM output as untrusted input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incidents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"Sydney" (2023): hidden page text overrode system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(2025): zero-click indirect injection in M365 Copilot → data exfil (CVE-2025-32711)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Auto-GPT wallet theft (2024): injected web/email content made an agent move crypto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injection: hidden white text inflated an AI screening score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needs no exploit code — just text the model trusts.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Agentic-AI / MCP risks (2025+)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tools (e.g. via MCP) → real-world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poisoning, excessive agency, RCE via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 added agent techniques (Oct 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43% of public MCP servers had command-injection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MCP/agent incidents (2025)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× Cursor: privileged agent read a support ticket with injected SQL → leaked integration tokens (privileged access + untrusted input + exfil channel)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Labs: a malicious trivia MCP server's tool description hijacked a trusted WhatsApp MCP → exfiltrated chats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MCPoison (CVE-2025-54136): approved-then-swapped MCP config in Cursor → silent RCE on every session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 pattern: privilege + untrusted input + an outbound channel.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guardrails + content filtering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output schemas/validation; encode before downstream 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access + human-in-the-loop for sensitive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Rate/consumption limits; isolate untrusted content in RAG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🧙 Game — Gandalf Challenge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Gandalf levels via direct + indirect prompt injection → exfiltrate the secret (leaderboard by level)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tool poisoning / excessive agency on an agent with tools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guardrails + least-privilege tools, re-test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log (which injection beat which level)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re-test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agent/MCP tool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= injection; LLM output = untrusted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agency: least-privilege tools,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moves monthly — track OWASP LLM +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DevSecOps — putting it together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14</dc:title>
  <dc:subject>PptxGenJS Presentation</dc:subject>
  <dc:creator>Nutthakorn Chalaemwongwan</dc:creator>
  <cp:lastModifiedBy>Nutthakorn Chalaemwongwan</cp:lastModifiedBy>
  <cp:revision>1</cp:revision>
  <dcterms:created xsi:type="dcterms:W3CDTF">2026-06-28T12:51:19Z</dcterms:created>
  <dcterms:modified xsi:type="dcterms:W3CDTF">2026-06-28T12:51:19Z</dcterms:modified>
</cp:coreProperties>
</file>