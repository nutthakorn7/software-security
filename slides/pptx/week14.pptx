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14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of AI / LLM-Powered Applications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features add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(direct + indirect)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Agentic-AI / MCP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Gandalf Challenge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whole week on AI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now sit inside real products &amp; agents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fast-moving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+ MITRE ATLAS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LLM Top 10 (2025)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LLM01 Prompt Injection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LLM02 Sensitive Info Disclosure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LLM03 Supply Chain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LLM04 Data/Model Poisoning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LLM05 Improper Output Handling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LLM06 Excessive Agency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LLM07 System Prompt Leakage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LLM08 Vector/Embedding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LLM09 Misinformation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LLM10 Unbounded Consumption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19125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7" name="Text 3"/>
          <p:cNvSpPr/>
          <p:nvPr/>
        </p:nvSpPr>
        <p:spPr>
          <a:xfrm>
            <a:off x="731520" y="319125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 2025: LLM07 System Prompt Leakage · LLM08 promoted (RAG everywhere) · LLM10 replaces "DoS" with runaway cost.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text overrides the system's instructions — injection, again.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Direct: user tells the bot to ignore its rules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Indirect: malicious instructions hidden in a fetched doc / web page (RAG)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Improper output handling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flows unsanitized into HTML/SQL/shell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XSS / injection downstream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LLM output as untrusted input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incidents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 Chat "Sydney" (2023): hidden page text overrode system rules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EchoLeak (2025): zero-click indirect injection in M365 Copilot → data exfil (CVE-2025-32711)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Auto-GPT wallet theft (2024): injected web/email content made an agent move crypto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Résumé injection: hidden white text inflated an AI screening score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needs no exploit code — just text the model trusts.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Agentic-AI / MCP risks (2025+)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call tools (e.g. via MCP) → real-world actions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poisoning, excessive agency, RCE via tools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ATLAS added agent techniques (Oct 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43% of public MCP servers had command-injection flaws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MCP/agent incidents (2025)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× Cursor: privileged agent read a support ticket with injected SQL → leaked integration tokens (privileged access + untrusted input + exfil channel)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Labs: a malicious trivia MCP server's tool description hijacked a trusted WhatsApp MCP → exfiltrated chats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MCPoison (CVE-2025-54136): approved-then-swapped MCP config in Cursor → silent RCE on every session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danger pattern: privilege + untrusted input + an outbound channel.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Input/output guardrails + content filtering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output schemas/validation; encode before downstream 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tool access + human-in-the-loop for sensitive actions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Rate/consumption limits; isolate untrusted content in RAG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🧙 Game — Gandalf Challenge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Gandalf levels via direct + indirect prompt injection → exfiltrate the secret (leaderboard by level)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tool poisoning / excessive agency on an agent with tools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add guardrails + least-privilege tools, re-test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log (which injection beat which level)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+ re-test results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agent/MCP tool design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= injection; LLM output = untrusted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 agency: least-privilege tools, human approval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moves monthly — track OWASP LLM + ATLAS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DevSecOps — putting it together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14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