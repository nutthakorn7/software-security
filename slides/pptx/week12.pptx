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ask how many lines of code they wrote in their last project vs how many they shipped. The gap is dependencies — and that's the attack surface this week. One poisoned package = thousands of victims.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Three verbs to remember all week: KNOW your ingredients (SBOM), PROVE your build (SLSA), SIGN your artifacts (Cosign).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in OWASP 2025 — promoted to A03, reflecting reality. The 10/90 ratio shocks students. You can write perfect code and still be owned through a dependency you never read.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10/90 ratio made visual — land it hard, then the blast radius (one publish → thousands), then the A03:2025 promotion. The closing line is the week's thesis. ~2 min.
Diagram: Why the supply chain is now the top-tier risk: you write about 10% of what you ship and dependencies are the other ~90%, so every bug in that 90% ships under your name; one poisoned package fans out to thousands of downstream victims (xz-utils 2024, event-stream 2018, SolarWinds 2020); and OWASP promoted this up the list to A03:2025 Software Supply Chain Failures. You can write perfect code and still be owned through a dependency you never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on xz (2024): a patient attacker became a trusted maintainer over years, then planted a backdoor caught only by luck (a 0.5s SSH delay). The lesson: trust in maintainers is itself attackable.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on xz (2024): a patient attacker became a trusted maintainer over years, then planted a backdoor caught only by luck (a 0.5s SSH delay). The lesson: trust in maintainers is itself attackable.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dependency confusion clearly (it's the game): if your internal pkg "acme-utils" isn't scoped, a public "acme-utils" with a higher version number can get pulled instead. Transitive = you vet your 10 deps, but they pull 800 you never saw. Stress the install-time-execution point — it's why "I never imported it" isn't a defense, and it's exactly what the lab's PWNED.txt marker proves.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vectors as cards — the one to hammer is install-time execution (typosquat setup.py), because it kills the "I never imported it" defense and is exactly what the lab's PWNED.txt proves. Dependency confusion is the game. ~2 min.
Diagram: The four supply-chain attack vectors as a taxonomy: typosquatting (a malicious package named like one you use — reqeusts for requests — whose setup.py runs at install time, before any import, so a single typo is enough to be owned); dependency confusion (CWE-1357, a public package with a higher version shadows your internal name and is pulled instead); malicious updates (a hijacked or compromised maintainer ships a bad version of a package you already trust); and transitive risk (the dependencies of your dependencies, code you never chose or reviewed but still ship). The trust boundary is bigger than your requirements.txt.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find the uncomfortable case themselves: merged mode with the private version numerically HIGHER also happens to be "safe" — but say explicitly that this is not a defense, just luck, since the attacker picks their own version number and will publish something higher. The only real fix in this sim is switching to single-index mode. Ties directly to Task 2 and Task 4's defense #2.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Hands-on tooling (ties to W2 SCA). This lab is pure Python — no npm project — so it's trivy fs + pip-audit, not npm audit/dependency-check. Run trivy live on the project — it lists CVEs + the fixed version. The diagram's one job: SCA ≠ SAST. SAST = your code, your bugs; SCA = your versions, other people's known bugs, fix = bump the pin. Don't read the worklist rows aloud — they'll run it live; point at the "→ FIXED IN" column and say "that's the whole remediation, a version number." Q6 of the quiz asks for one real vulnerable dependency they found + remediation. ~4 min.
Diagram: Software Composition Analysis turns requirements.txt into a remediation worklist: the pinned-but-outdated deps (Flask 1.1.4, Werkzeug 1.0.1, urllib3 1.26.4, requests 2.25.1) feed two scanners — trivy fs (matches versions to the CVE database) and pip-audit (checks PyPI advisories) — neither of which reads your code, both read your dependency list. The output is one row per vulnerable package with the version that fixes it: Flask → 2.3.2 (CVE-2023-30861, HIGH), Werkzeug → 3.0.3 (CVE-2024-34069, HIGH), urllib3 → 1.26.17 (CVE-2023-43804, HIGH). The contrast: SAST reads the code you wrote and finds your bugs; SCA reads the versions you depend on and finds other people's known, already-patched bugs, so the fix is a version bump, not a code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Hands-on tooling (ties to W2 SCA). This lab is pure Python — no npm project — so it's trivy fs + pip-audit, not npm audit/dependency-check. Run trivy live on the project — it lists CVEs + the fixed version. The diagram's one job: SCA ≠ SAST. SAST = your code, your bugs; SCA = your versions, other people's known bugs, fix = bump the pin. Don't read the worklist rows aloud — they'll run it live; point at the "→ FIXED IN" column and say "that's the whole remediation, a version number." Q6 of the quiz asks for one real vulnerable dependency they found + remediation. ~4 min.
Diagram: Software Composition Analysis turns requirements.txt into a remediation worklist: the pinned-but-outdated deps (Flask 1.1.4, Werkzeug 1.0.1, urllib3 1.26.4, requests 2.25.1) feed two scanners — trivy fs (matches versions to the CVE database) and pip-audit (checks PyPI advisories) — neither of which reads your code, both read your dependency list. The output is one row per vulnerable package with the version that fixes it: Flask → 2.3.2 (CVE-2023-30861, HIGH), Werkzeug → 3.0.3 (CVE-2024-34069, HIGH), urllib3 → 1.26.17 (CVE-2023-43804, HIGH). The contrast: SAST reads the code you wrote and finds your bugs; SCA reads the versions you depend on and finds other people's known, already-patched bugs, so the fix is a version bump, not a code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SBOM = the food-label analogy: you can't manage what you can't list. When the next Log4Shell drops, an SBOM answers "are we affected?" in seconds. SLSA Build Track = levels L0–L3 of build provenance / tamper-resistance (L3 is the top; the old "1–4" numbering was v0.1 and is deprecated).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SBOM = food label (know the ingredients, fast incident response); SLSA = the provenance ladder L0-L3 (prove how it was built). Two different questions, both integrity. Note the L0-L3 numbering replaces the deprecated 1-4. ~2 min.
Diagram: Two integrity controls side by side. Left, an SBOM (CycloneDX / SPDX): the build's itemized ingredient list — every component and version — so when the next Log4Shell drops you search it and answer "are we affected?" in seconds, not weeks. Right, SLSA: a ladder of build-provenance levels from L0 to L3 — L0 no guarantees, L1 provenance exists but is forgeable, L2 hosted build and signed (tamper-evident), L3 hardened builds whose provenance cannot be forged. SBOM knows what is in it; SLSA proves how it was built. Both map to OWASP A08:2025 Software or Data Integrity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sign→verify loop. sign.sh runs both tools dockerized — match that here, not a bare local binary. Keyless (Sigstore) = identity-based signing via OIDC through Fulcio, logged in Rekor, no key to leak — name both by name, worksheet Q4 grades on the vocabulary. The deploy gate: refuse any image that doesn't verify → a tampered artifact can't ship. This is the lab's defend step.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sign→verify loop. sign.sh runs both tools dockerized — match that here, not a bare local binary. Keyless (Sigstore) = identity-based signing via OIDC through Fulcio, logged in Rekor, no key to leak — name both by name, worksheet Q4 grades on the vocabulary. The deploy gate: refuse any image that doesn't verify → a tampered artifact can't ship. This is the lab's defend step.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mental model behind the bash on the previous slide — walk it once, left to right across the sign lane, then down to the verify gate. The one idea that lands: there is no key to protect because there is no long-lived key at all; trust is anchored to an OIDC identity and a public log, not a secret file. Fulcio = the short-lived-cert CA, Rekor = the transparency log — worksheet Q4 grades on naming both. Don't re-read every box; students have the diagram, spend the time on the "identity, not a key" punchline. ~3 min.
Diagram: How Sigstore keyless signing works with no long-lived private key: cosign sign authenticates via an OIDC identity (GitHub/Google), Fulcio issues a short-lived (~10 min) certificate bound to that identity, cosign signs with an ephemeral key then discards it, and the signature + certificate are recorded in Rekor's public transparency log — so nothing long-lived is ever written to disk and there is no private key to leak (avoiding CWE-321). At deploy, cosign verify checks the signature against the expected identity and the Rekor log: a valid, matching signature is allowed to deploy; an unsigned or tampered image returns "no signatures found" and the gate blocks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interactive companion to the keyless-signing diagram: it runs cosign's VERIFY logic in the page, so students drive the deploy gate themselves. Walk the four image states: unsigned → "no signatures found"; tampered → the signature no longer matches the digest; our CI → deploys; signed by another identity → blocked ONLY if the policy pins the expected signer. The move that lands the lesson: flip "pin the expected signer" OFF (the lab command's own '.*') and the attacker's validly-signed image deploys — a valid signature is not a signature you should trust. That's why the two --certificate-*-regexp flags from the previous slide must name YOUR identity, not '.*'. Ties to Task 3's verify-before-deploy gate and worksheet Q4.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managed option students will meet in industry. Dependabot is the practical supply-chain workhorse: it opens PRs bumping vulnerable deps automatically. Push protection stops secrets at push time — local commits with a secret are allowed, the block fires on push to the remote (recall W2).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checklist, now with the exact flags Task 4 grades. --require-hashes and single-index-url are what actually stops dependency confusion — "pin + scope" alone is too vague to reconstruct on the exam. Verify-before-deploy kills tampered artifacts; MFA on maintainer/CI accounts kills the xz/CircleCI vector. "Automate in CI" sets up W15.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synthesis slide — everything from the last five slides (SAST/SCA, SBOM, Cosign, the defenses checklist) is one column each in this diagram, chained in the order a real dependency actually travels. Walk it left to right ONE time, don't re-teach each hop — the point is showing they were never separate tools, they're six links in the same chain. Land on the closing line before moving to the game. ~5 min.
Diagram: Six hops a dependency crosses from a public registry into production, each with its own attack and the control that answers it: registry (typosquatting → one trusted index), resolver (dependency confusion → scope the namespace), fetch (compromised maintainer → lockfile with hashes), build (stale pins → SCA in CI), image (no inventory → SBOM), deploy (unsigned image → Sigstore keyless gate). "We scanned our code" covers none of this — SAST reads the code you wrote, all six hops are code you didn't.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 — the resolver simulation stands in for a live registry (ethics: never publish a real typosquat). Defend side is graded. The SLSA self-assessment makes them reason about their own pipeline.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SLSA self-assessment is the thinking part — they place their own build on the ladder and justify it. AI-resilient tasks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with the three verbs. Cold-call: "the next Log4Shell drops at 2am — what artifact tells you if you're affected?" (the SBOM).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— where your code runs. We'll hunt cloud/container misconfigs, the #1 real-world breach cause."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Supply-Chain Security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supply chain is now top-tier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confusion &amp; typosquatting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SBOMs, SLSA provenance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with Sigstore/Cosign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Dependency Confusion Heist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#1 design risk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is ~10% yours, ~90% dependencies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package → thousands of victims (xz, event-stream, SolarWinds)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A03:2025 Software Supply Chain Failures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your attack surface is other people's code</a:t>
            </a:r>
            <a:endParaRPr lang="en-US" sz="2600" dirty="0"/>
          </a:p>
        </p:txBody>
      </p:sp>
      <p:pic>
        <p:nvPicPr>
          <p:cNvPr id="5" name="Image 1" descr="Why the supply chain is now the top-tier risk: you write about 10% of what you ship and dependencies are the other ~90%, so every bug in that 90% ships under your name; one poisoned package fans out to thousands of downstream victims (xz-utils 2024, event-stream 2018, SolarWinds 2020); and OWASP promoted this up the list to A03:2025 Software Supply Chain Failures. You can write perfect code and still be owned through a dependency you never read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097280"/>
            <a:ext cx="3962400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supply-chain attacks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Case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What happened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SolarWinds (2020)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trojanized vendor update → 18k orgs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Log4Shell (2021)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RCE in a ubiquitous logging dep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event-stream (npm)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malicious dep stole crypto-wallet keys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XZ Utils (2024)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backdoor planted in liblzma upstream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CircleCI (2023)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stolen CI tokens → customer secrets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7" name="Image 1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supply-chain attacks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are shifting upstream: registry → maintainer → CI/CD.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vectors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Typosquatting — reqeusts vs requests; the malicious package's setup.py runs at install time, before any of your code runs — you don't have to import it to be owned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confusion (CWE-1357) — public pkg shadows internal name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updates — compromised maintainer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risk — deps of deps you never chose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a dependency turns malicious</a:t>
            </a:r>
            <a:endParaRPr lang="en-US" sz="2600" dirty="0"/>
          </a:p>
        </p:txBody>
      </p:sp>
      <p:pic>
        <p:nvPicPr>
          <p:cNvPr id="5" name="Image 1" descr="The four supply-chain attack vectors as a taxonomy: typosquatting (a malicious package named like one you use — reqeusts for requests — whose setup.py runs at install time, before any import, so a single typo is enough to be owned); dependency confusion (CWE-1357, a public package with a higher version shadows your internal name and is pulled instead); malicious updates (a hijacked or compromised maintainer ships a bad version of a package you already trust); and transitive risk (the dependencies of your dependencies, code you never chose or reviewed but still ship). The trust boundary is bigger than your requirements.txt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069" y="1097280"/>
            <a:ext cx="4935862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— which package actually installs?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both versions and the index mode. The resolver's real rule decides.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/sim/resolver-confusion (interactive simulation, 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7" name="Image 1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 — find vulnerable deps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-v "$PWD:/src" aquasec/trivy fs /src   # this lab's Python deps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pip-audit                                                          # vs PyPI advisories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03704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7680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CVEs + fix versions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CWE-1104 (unmaintained), CWE-829 (untrusted inclusion), CWE-1395 (known-vulnerable 3rd-party dependency)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 — find vulnerable deps (cont.)</a:t>
            </a:r>
            <a:endParaRPr lang="en-US" sz="2600" dirty="0"/>
          </a:p>
        </p:txBody>
      </p:sp>
      <p:pic>
        <p:nvPicPr>
          <p:cNvPr id="5" name="Image 1" descr="Software Composition Analysis turns requirements.txt into a remediation worklist: the pinned-but-outdated deps (Flask 1.1.4, Werkzeug 1.0.1, urllib3 1.26.4, requests 2.25.1) feed two scanners — trivy fs (matches versions to the CVE database) and pip-audit (checks PyPI advisories) — neither of which reads your code, both read your dependency list. The output is one row per vulnerable package with the version that fixes it: Flask → 2.3.2 (CVE-2023-30861, HIGH), Werkzeug → 3.0.3 (CVE-2024-34069, HIGH), urllib3 → 1.26.17 (CVE-2023-43804, HIGH). The contrast: SAST reads the code you wrote and finds your bugs; SCA reads the versions you depend on and finds other people's known, already-patched bugs, so the fix is a version bump, not a code chang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438" y="1097280"/>
            <a:ext cx="5683124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Integrity: prove what you shipped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(CycloneDX/SPDX) — ingredient list of the build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SLSA — levels of build provenance &amp; tamper-resistance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A08:2025 Software/Data Integrity Failures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what's in it, prove how it was built</a:t>
            </a:r>
            <a:endParaRPr lang="en-US" sz="2600" dirty="0"/>
          </a:p>
        </p:txBody>
      </p:sp>
      <p:pic>
        <p:nvPicPr>
          <p:cNvPr id="5" name="Image 1" descr="Two integrity controls side by side. Left, an SBOM (CycloneDX / SPDX): the build's itemized ingredient list — every component and version — so when the next Log4Shell drops you search it and answer &quot;are we affected?&quot; in seconds, not weeks. Right, SLSA: a ladder of build-provenance levels from L0 to L3 — L0 no guarantees, L1 provenance exists but is forgeable, L2 hosted build and signed (tamper-evident), L3 hardened builds whose provenance cannot be forged. SBOM knows what is in it; SLSA proves how it was built. Both map to OWASP A08:2025 Software or Data Integrity Failure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049" y="1097280"/>
            <a:ext cx="5053903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with Cosign (keyless)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907792"/>
          </a:xfrm>
          <a:prstGeom prst="roundRect">
            <a:avLst>
              <a:gd name="adj" fmla="val 1887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IMG=week12-supplychain:lab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-v "$PWD:/src" -v /var/run/docker.sock:/var/run/docker.sock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aquasec/trivy:latest image --format cyclonedx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 /src/sbom.cdx.json "$IMG"                          # SBOM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-e COSIGN_EXPERIMENTAL=1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/var/run/docker.sock:/var/run/docker.sock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gcr.io/projectsigstore/cosign:latest sign --yes "$IMG"       # sign (OIDC)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-e COSIGN_EXPERIMENTAL=1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/var/run/docker.sock:/var/run/docker.sock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gcr.io/projectsigstore/cosign:latest verify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--certificate-identity-regexp ".*"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--certificate-oidc-issuer-regexp ".*" "$IMG"                 # verify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with Cosign (keyless)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523744"/>
          </a:xfrm>
          <a:prstGeom prst="roundRect">
            <a:avLst>
              <a:gd name="adj" fmla="val 289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Unsigned/tampered image → verification fails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needs the docker-socket mount (trivy has to reach the local image, not just a local dir) — the SBOM step is a common copy-paste failure if it's dropped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cosign verify needs the two --certificate-*-regexp flags in keyless mode — without them it errors, it doesn't just "fail closed"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signing is backed by Fulcio (short-lived cert authority) + Rekor (public transparency log) — no long-lived private key sitting on disk to leak (CWE-321)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Keyless signing — the flow</a:t>
            </a:r>
            <a:endParaRPr lang="en-US" sz="2600" dirty="0"/>
          </a:p>
        </p:txBody>
      </p:sp>
      <p:pic>
        <p:nvPicPr>
          <p:cNvPr id="5" name="Image 1" descr="How Sigstore keyless signing works with no long-lived private key: cosign sign authenticates via an OIDC identity (GitHub/Google), Fulcio issues a short-lived (~10 min) certificate bound to that identity, cosign signs with an ephemeral key then discards it, and the signature + certificate are recorded in Rekor's public transparency log — so nothing long-lived is ever written to disk and there is no private key to leak (avoiding CWE-321). At deploy, cosign verify checks the signature against the expected identity and the Rekor log: a valid, matching signature is allowed to deploy; an unsigned or tampered image returns &quot;no signatures found&quot; and the gate blocks it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108" y="1097280"/>
            <a:ext cx="5135784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signature — does it deploy?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unsigned, tampered, or signed by someone else. Run the gate and watch.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/sim/cosign-verify (interactive simulation, 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7" name="Image 1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— GitHub Advanced Security (GHAS)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 + push protection — block secrets at push time (before they reach the remote)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CodeQL code scanning — semantic SAST queries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Dependabot — alerts + auto-PRs for vulnerable deps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 the repo → results in the Security tab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--require-hashes — a substituted package's hash won't match; install refuses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--index-url, not --extra-index-url — one trusted index; the resolver won't "shop around" and pick a higher-versioned public package over your internal 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signatures before deploy (admission policy)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+ store SBOMs per release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2FA/MFA on dev/CI/cloud accounts; least privilege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SCA in CI (next week)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journey, one dependency</a:t>
            </a:r>
            <a:endParaRPr lang="en-US" sz="2600" dirty="0"/>
          </a:p>
        </p:txBody>
      </p:sp>
      <p:pic>
        <p:nvPicPr>
          <p:cNvPr id="5" name="Image 1" descr="Six hops a dependency crosses from a public registry into production, each with its own attack and the control that answers it: registry (typosquatting → one trusted index), resolver (dependency confusion → scope the namespace), fetch (compromised maintainer → lockfile with hashes), build (stale pins → SCA in CI), image (no inventory → SBOM), deploy (unsigned image → Sigstore keyless gate). &quot;We scanned our code&quot; covers none of this — SAST reads the code you wrote, all six hops are code you didn't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833" y="1097280"/>
            <a:ext cx="3586333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Game — Dependency Confusion Heist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no live registry in this lab — use the resolver simulation to watch a higher-version public pkg beat the private one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0574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Defend: pin + scope; generate SBOM; sign &amp; verify with Cosign; add a provenance gate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12" name="Image 1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12 — labs/week12-supply-chain/worksheet.md (Parts 1–4) · kickoff: bash sca_scan.sh (trivy fs + pip-audit)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report + remediation plan (Part 3)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file + sign/verify transcript (Part 3)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One-paragraph SLSA self-assessment + XZ Utils case analysis (Part 4)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(required, after Part 4 — see worksheet)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your attack surface is other people's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ingredients (SBOM), prove your build (SLSA), sign your artifacts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you trust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Cloud &amp; container security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f63a82af-e1ad-40ed-89c4-03c6ca776e3f/scratchpad/tzfix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12</dc:title>
  <dc:subject>PptxGenJS Presentation</dc:subject>
  <dc:creator>Nutthakorn Chalaemwongwan</dc:creator>
  <cp:lastModifiedBy>Nutthakorn Chalaemwongwan</cp:lastModifiedBy>
  <cp:revision>1</cp:revision>
  <dcterms:created xsi:type="dcterms:W3CDTF">2026-10-25T12:37:31Z</dcterms:created>
  <dcterms:modified xsi:type="dcterms:W3CDTF">2026-10-25T12:37:31Z</dcterms:modified>
</cp:coreProperties>
</file>