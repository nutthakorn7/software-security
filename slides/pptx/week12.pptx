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ask how many lines of code they wrote in their last project vs how many they shipped. The gap is dependencies — and that's the attack surface this week. One poisoned package = thousands of victims.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Three verbs to remember all week: KNOW your ingredients (SBOM), PROVE your build (SLSA), SIGN your artifacts (Cosign).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OWASP 2025 — promoted to A03, reflecting reality. The 10/90 ratio shocks students. You can write perfect code and still be owned through a dependency you never read.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xz (2024): a patient attacker became a trusted maintainer over years, then planted a backdoor caught only by luck (a 0.5s SSH delay). The lesson: trust in maintainers is itself attackable.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dependency confusion clearly (it's the game): if your internal pkg "acme-utils" isn't scoped, a public "acme-utils" with a higher version number can get pulled instead. Transitive = you vet your 10 deps, but they pull 800 you never saw.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tooling (ties to W2 SCA). Run trivy live on the project — it lists CVEs + the fixed version. Q6 of the quiz asks for one real vulnerable dependency they found + remediation.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SBOM = the food-label analogy: you can't manage what you can't list. When the next Log4Shell drops, an SBOM answers "are we affected?" in seconds. SLSA = levels (1-4) of how tamper-resistant your build pipeline is.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 sign→verify loop. Keyless (Sigstore) = identity-based signing via OIDC, no key to leak. The deploy gate: refuse any image that doesn't verify → a tampered artifact can't ship. This is the lab's defend step.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option students will meet in industry. Dependabot is the practical supply-chain workhorse: it opens PRs bumping vulnerable deps automatically. Push protection stops secrets at commit time (recall W2).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checklist. Pin + scope kills dependency confusion; verify-before-deploy kills tampered artifacts; MFA on maintainer/CI accounts kills the xz/CircleCI vector. "Automate in CI" sets up W15.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 — all in a controlled local registry (ethics: never publish a real typosquat). Defend side is graded. The SLSA self-assessment makes them reason about their own pipeline.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SLSA self-assessment is the thinking part — they place their own build on the ladder and justify it.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with the three verbs. Cold-call: "the next Log4Shell drops at 2am — what artifact tells you if you're affected?" (the SBOM).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where your code runs. We'll hunt cloud/container misconfigs, the #1 real-world breach cause."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Supply-Chain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supply chain is now top-tier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&amp; typosquatting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SBOMs, SLSA provenance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with Sigstore/Cosign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Dependency Confusion Heist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#1 design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is ~10% yours, ~90% dependencies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bad package → thousands of victims (xz, event-stream, SolarWinds)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A03:2025 Software Supply Chain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Case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happened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SolarWinds (2020)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trojanized vendor update → 18k orgs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Log4Shell (2021)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RCE in a ubiquitous logging dep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event-stream (npm)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malicious dep stole crypto-wallet keys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XZ Utils (2024)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backdoor planted in liblzma upstream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CircleCI (2023)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stolen CI tokens → customer secrets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032504"/>
            <a:ext cx="8229600" cy="539496"/>
          </a:xfrm>
          <a:prstGeom prst="roundRect">
            <a:avLst>
              <a:gd name="adj" fmla="val 13559"/>
            </a:avLst>
          </a:prstGeom>
          <a:solidFill>
            <a:srgbClr val="E8EDF3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4032504"/>
            <a:ext cx="76809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are shifting upstream: registry → maintainer → CI/CD.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vectors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Typosquatting — reqeusts vs requests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— public pkg shadows internal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updates — compromised maintainer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risk — deps of deps you never chose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— find vulnerable deps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audit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fs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owasp/dependency-check --scan /src --format HTML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CVEs + fix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CWE-1104 (unmaintained), CWE-829 (untrusted inclusion)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prove what you shipped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(CycloneDX/SPDX) — ingredient list of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SLSA — levels of build provenance &amp; tamper-resistance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A08:2025 Software/Data Integrity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--format cyclonedx -o sbom.json myapp:lab   # SBOM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sign myapp:lab                                   # sign (OIDC)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verify myapp:lab                                 # verify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Unsigned/tampered image → verification fails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 — GitHub Advanced Security (GHAS)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 — block secrets before commit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— semantic SAST queries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— alerts + auto-PRs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repo → results in the Security tab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versions + lockfiles; scope internal registries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signatures before deploy (admission policy)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store SBOMs per release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2FA/MFA on dev/CI/cloud accounts;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SCA in CI (next week)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Game — Dependency Confusion Heist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in a controlled registry, plant/identify a typosquat or higher-version public pkg that gets pulled in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pin + scope; generate SBOM; sign &amp; verify with Cosign; add a provenance gate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12 — labs/week12-supply-chain/worksheet.md (Part 3) · kickoff: bash sca_scan.sh (trivy fs + pip-audit)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report + remediation plan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file + sign/verify transcript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One-paragraph SLSA self-assessment (which level + why)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attack surface is other people's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ingredients (SBOM), prove your build (SLSA), sign your artifacts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Cloud &amp; container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12</dc:title>
  <dc:subject>PptxGenJS Presentation</dc:subject>
  <dc:creator>Nutthakorn Chalaemwongwan</dc:creator>
  <cp:lastModifiedBy>Nutthakorn Chalaemwongwan</cp:lastModifiedBy>
  <cp:revision>1</cp:revision>
  <dcterms:created xsi:type="dcterms:W3CDTF">2026-06-28T13:20:40Z</dcterms:created>
  <dcterms:modified xsi:type="dcterms:W3CDTF">2026-06-28T13:20:40Z</dcterms:modified>
</cp:coreProperties>
</file>