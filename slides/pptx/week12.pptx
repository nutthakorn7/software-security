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Supply-Chain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supply chain is now top-tier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&amp; typosquatting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SBOMs, SLSA provenance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with Sigstore/Cosign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Dependency Confusion Heist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#1 design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is ~10% yours, ~90% dependencies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bad package → thousands of victims (xz, event-stream, SolarWinds)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A03:2025 Software Supply Chain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supply-chain attacks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Case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happened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SolarWinds (2020)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trojanized vendor update → 18k orgs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Log4Shell (2021)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RCE in a ubiquitous logging dep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event-stream (npm)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malicious dep stole crypto-wallet keys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XZ Utils (2024)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backdoor planted in liblzma upstream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CircleCI (2023)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stolen CI tokens → customer secrets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032504"/>
            <a:ext cx="8229600" cy="539496"/>
          </a:xfrm>
          <a:prstGeom prst="roundRect">
            <a:avLst>
              <a:gd name="adj" fmla="val 13559"/>
            </a:avLst>
          </a:prstGeom>
          <a:solidFill>
            <a:srgbClr val="E8EDF3"/>
          </a:solidFill>
          <a:ln/>
        </p:spPr>
      </p:sp>
      <p:sp>
        <p:nvSpPr>
          <p:cNvPr id="7" name="Text 3"/>
          <p:cNvSpPr/>
          <p:nvPr/>
        </p:nvSpPr>
        <p:spPr>
          <a:xfrm>
            <a:off x="731520" y="4032504"/>
            <a:ext cx="76809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are shifting upstream: registry → maintainer → CI/CD.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vectors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Typosquatting — reqeusts vs requests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confusion — public pkg shadows internal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updates — compromised maintainer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Transitive risk — deps of deps you never chose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 — find vulnerable deps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audit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aquasec/trivy fs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owasp/dependency-check --scan /src --format HTML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CVEs + fix versions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CWE-1104 (unmaintained), CWE-829 (untrusted inclusion)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Integrity: prove what you shipped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(CycloneDX/SPDX) — ingredient list of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SLSA — levels of build provenance &amp; tamper-resistance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A08:2025 Software/Data Integrity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Signing with Cosign (keyless)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--format cyclonedx -o sbom.json myapp:lab   # SBOM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sign myapp:lab                                   # sign (OIDC)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verify myapp:lab                                 # verify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Unsigned/tampered image → verification fails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 — GitHub Advanced Security (GHAS)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scanning + push protection — block secrets before commit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CodeQL code scanning — semantic SAST queries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 — alerts + auto-PRs for vulnerable deps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 the repo → results in the Security tab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versions + lockfiles; scope internal registries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signatures before deploy (admission policy)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+ store SBOMs per release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2FA/MFA on dev/CI/cloud accounts;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SCA in CI (next week)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Game — Dependency Confusion Heist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in a controlled registry, plant/identify a typosquat or higher-version public pkg that gets pulled in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Defend: pin + scope; generate SBOM; sign &amp; verify with Cosign; add a provenance gate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 report + remediation plan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file + sign/verify transcript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One-paragraph SLSA self-assessment (which level + why)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your attack surface is other people's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ingredients (SBOM), prove your build (SLSA), sign your artifacts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you trust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Cloud &amp; container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12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