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finale — make it celebratory + high-energy. Before class: graded flags for challenges 1–6 and 11 come from each student's own hosted instance (confirm everyone can log in and reach one); bring up the local targets for 7–10 and 12, open CTFd, set the demo schedule. Confirm projects run.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CTF tournament is the live part. Demo videos were graded beforehand; after the CTF, call aside only the teams you flagged for a short viva-style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from ctf.md (graded, 12 challenges/150 pts) + exams/item-bank.md (CTF pool, incl. the boss chain). CTFd's live board runs more challenges at different point values for engagement/leaderboard — that scoreboard is NOT the grade; ctf.md's submission is. Dynamic scoring + first-blood bonus on CTFd; announce first-bloods aloud for hype. Prizes for top Houses.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 change (2026-07-26): with N≈80–120 students in teams of 2–3, a 10-min-demo+5-min-Q&amp;A live format needs far more than the 90 minutes this block has — it cannot physically run. Video is graded beforehand on the project rubric (project/README.md) + peer-contribution multiplier; live Q&amp;A only as a viva spot-check for teams the instructor flags (decided 2026-10-24: the final day already holds the written exam and the CTF) — not a re-demo.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— anything missing costs rubric points. Confirm the CI pipeline actually fails on a finding (don't take their word; have them show it in the video).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term: name the arc (threat-model → break → fix → ship). Point to next steps (OWASP, CTFs, the readings). For the research: post-test + post-survey happen now (per the study timeline). Celebrate.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op7-Library-CloudStorage-OneDrive-MonsterConnectCo--Ltd-Lecture-KOSEN69---software-security/f63a82af-e1ad-40ed-89c4-03c6ca776e3f/scratchpad/lq-docs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19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— Capstone CTF + Project Demos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finale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parts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Capstone CTF tournament — whole-term, team-based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180136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180136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Final project demo videos — graded (submitted with the report)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19 · Final</a:t>
            </a:r>
            <a:endParaRPr lang="en-US" sz="900" dirty="0"/>
          </a:p>
        </p:txBody>
      </p:sp>
      <p:pic>
        <p:nvPicPr>
          <p:cNvPr id="12" name="Image 1" descr="/private/tmp/claude-501/-Users-pop7-Library-CloudStorage-OneDrive-MonsterConnectCo--Ltd-Lecture-KOSEN69---software-security/f63a82af-e1ad-40ed-89c4-03c6ca776e3f/scratchpad/lq-docs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CTF tournament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609344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API · supply chain · cloud · memory safety · LLM/agentic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leaderboard, prizes — the live CTFd board (bigger, includes bonus/boss challenges)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score comes from the paper trail: flag/proof + payload + one-line mitigation per challenge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19 · Final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lq-docs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Final project demo (graded)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secured build end-to-end: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2029968"/>
          </a:xfrm>
          <a:prstGeom prst="roundRect">
            <a:avLst>
              <a:gd name="adj" fmla="val 360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2075688"/>
            <a:ext cx="76809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→ vulnerabilities → remediation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+ signed artifact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CI/CD pipeline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video walkthrough, linked in the report and due with it — graded asynchronously on the rubric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per-team live slot — the instructor may call a team for a short live Q&amp;A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19 · Final</a:t>
            </a:r>
            <a:endParaRPr lang="en-US" sz="900" dirty="0"/>
          </a:p>
        </p:txBody>
      </p:sp>
      <p:pic>
        <p:nvPicPr>
          <p:cNvPr id="9" name="Image 1" descr="/private/tmp/claude-501/-Users-pop7-Library-CloudStorage-OneDrive-MonsterConnectCo--Ltd-Lecture-KOSEN69---software-security/f63a82af-e1ad-40ed-89c4-03c6ca776e3f/scratchpad/lq-docs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walkthrough link in your report (due with the report)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+ vuln report (CWE/OWASP mapped)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code, SBOM, signed artifact, CI pipeline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19 · Final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lq-docs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threat-model, break, fix, and ship secure software.</a:t>
            </a:r>
            <a:endParaRPr lang="en-US" sz="1800" dirty="0"/>
          </a:p>
        </p:txBody>
      </p:sp>
      <p:pic>
        <p:nvPicPr>
          <p:cNvPr id="4" name="Image 0" descr="/private/tmp/claude-501/-Users-pop7-Library-CloudStorage-OneDrive-MonsterConnectCo--Ltd-Lecture-KOSEN69---software-security/f63a82af-e1ad-40ed-89c4-03c6ca776e3f/scratchpad/lq-docs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19 · Final</dc:title>
  <dc:subject>PptxGenJS Presentation</dc:subject>
  <dc:creator>Nutthakorn Chalaemwongwan</dc:creator>
  <cp:lastModifiedBy>Nutthakorn Chalaemwongwan</cp:lastModifiedBy>
  <cp:revision>1</cp:revision>
  <dcterms:created xsi:type="dcterms:W3CDTF">2026-10-24T06:43:58Z</dcterms:created>
  <dcterms:modified xsi:type="dcterms:W3CDTF">2026-10-24T06:43:58Z</dcterms:modified>
</cp:coreProperties>
</file>