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finale — make it celebratory + high-energy. Before class: plant per-student/team flags, bring up all targets + CTFd, set the demo schedule. Confirm projects run.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Time-box the 240-min block: CTF tournament first (energy), then graded demos. Tell teams their demo slot up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from ctf.md + exams/item-bank.md (CTF pool, incl. the boss chain). Dynamic scoring + first-blood bonus on CTFd; announce first-bloods aloud for hype. Prizes for top 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Graded on the project rubric (project/README.md) + the peer-contribution multiplier. Strict 15-min slots. Score live on the rubric; ask one probing Q each (viva-style) to confirm the work is theirs.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Checklist — anything missing costs rubric points. Confirm the CI pipeline actually fails on a finding (don't take their word; have them show 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term: name the arc (threat-model → break → fix → ship). Point to next steps (OWASP, CTFs, the readings). For the research: post-test + post-survey happen now (per the study timeline). Celebrate.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19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— Capstone CTF + Project Demos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grand finale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Capstone CTF tournament — whole-term, team-based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Final project demos — graded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CTF tournament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API · supply chain · cloud · memory safety · LLM/agentic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leaderboard, prizes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= points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Final project demo (graded)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secured build end-to-end: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→ vulnerabilities →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+ signed artifact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 demo + 5-min Q&amp;A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+ vuln report (CWE/OWASP 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code, SBOM, signed artifact, CI pipeline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threat-model, break, fix, and ship secure software.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19 · Final</dc:title>
  <dc:subject>PptxGenJS Presentation</dc:subject>
  <dc:creator>Nutthakorn Chalaemwongwan</dc:creator>
  <cp:lastModifiedBy>Nutthakorn Chalaemwongwan</cp:lastModifiedBy>
  <cp:revision>1</cp:revision>
  <dcterms:created xsi:type="dcterms:W3CDTF">2026-06-29T11:31:13Z</dcterms:created>
  <dcterms:modified xsi:type="dcterms:W3CDTF">2026-06-29T11:31:13Z</dcterms:modified>
</cp:coreProperties>
</file>