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11480"/>
            <a:ext cx="18745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6928"/>
            <a:ext cx="156362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19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— Capstone CTF + Project Demos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grand finale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parts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Capstone CTF tournament — whole-term, team-based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🎤 Final project demos — graded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19 · Final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3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CTF tournament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API · supply chain · cloud · memory safety · LLM/agentic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leaderboard, prizes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= points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19 · Final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🎤 Final project demo (graded)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your secured build end-to-end: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model → vulnerabilities → remediation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+ signed artifact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CI/CD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10-min demo + 5-min Q&amp;A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19 · Final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model + vuln report (CWE/OWASP mapped)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code, SBOM, signed artifact, CI pipeline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19 · Final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now threat-model, break, fix, and ship secure software.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19 · Final</dc:title>
  <dc:subject>PptxGenJS Presentation</dc:subject>
  <dc:creator>Nutthakorn Chalaemwongwan</dc:creator>
  <cp:lastModifiedBy>Nutthakorn Chalaemwongwan</cp:lastModifiedBy>
  <cp:revision>1</cp:revision>
  <dcterms:created xsi:type="dcterms:W3CDTF">2026-06-28T03:45:07Z</dcterms:created>
  <dcterms:modified xsi:type="dcterms:W3CDTF">2026-06-28T03:45:07Z</dcterms:modified>
</cp:coreProperties>
</file>