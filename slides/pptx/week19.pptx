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finale — make it celebratory + high-energy. Before class: graded flags for challenges 1–6 and 11 come from each student's own hosted instance (confirm everyone can log in and reach one); bring up the local targets for 7–10 and 12, open CTFd, set the demo schedule. Confirm projects run.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Time-box the 240-min block: CTF tournament first (energy), then graded demos. Tell teams their demo slot up front.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from ctf.md (graded, 12 challenges/150 pts) + exams/item-bank.md (CTF pool, incl. the boss chain). CTFd's live board runs more challenges at different point values for engagement/leaderboard — that scoreboard is NOT the grade; ctf.md's submission is. Dynamic scoring + first-blood bonus on CTFd; announce first-bloods aloud for hype. Prizes for top Houses.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Format change (2026-07-26): with N≈80–120 students in teams of 2–3, a 10-min-demo+5-min-Q&amp;A live format needs far more than the 90 minutes this block has — it cannot physically run. Video is graded beforehand on the project rubric (project/README.md) + peer-contribution multiplier; the live slot is a short viva-style Q&amp;A only, to confirm the work is theirs — not a re-demo.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Checklist — anything missing costs rubric points. Confirm the CI pipeline actually fails on a finding (don't take their word; have them show it in the video).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term: name the arc (threat-model → break → fix → ship). Point to next steps (OWASP, CTFs, the readings). For the research: post-test + post-survey happen now (per the study timeline). Celebrate.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1691640" cy="6766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19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— Capstone CTF + Project Demos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 finale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parts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325880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6" name="Text 3"/>
          <p:cNvSpPr/>
          <p:nvPr/>
        </p:nvSpPr>
        <p:spPr>
          <a:xfrm>
            <a:off x="502920" y="1325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51560" y="132588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Capstone CTF tournament — whole-term, team-based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02920" y="1801368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51560" y="180136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🎤 Final project demos — graded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CTF tournament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609344"/>
          </a:xfrm>
          <a:prstGeom prst="roundRect">
            <a:avLst>
              <a:gd name="adj" fmla="val 4545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supply chain · cloud · memory safety · LLM/agentic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leaderboard, prizes — the live CTFd board (bigger, includes bonus/boss challenges)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Graded score comes from the paper trail: flag/proof + payload + one-line mitigation per challenge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 Final project demo (graded)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your secured build end-to-end: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2029968"/>
          </a:xfrm>
          <a:prstGeom prst="roundRect">
            <a:avLst>
              <a:gd name="adj" fmla="val 3604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→ vulnerabilities → remediation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SBOM + signed artifact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CI/CD pipeline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a recorded video walkthrough before the session — graded asynchronously on the rubric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3-min live Q&amp;A per team on the day (not a live demo slot)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F1F5F9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walkthrough submitted before the session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model + vuln report (CWE/OWASP mapped)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code, SBOM, signed artifact, CI pipeline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19 · Final</a:t>
            </a:r>
            <a:endParaRPr lang="en-US" sz="900" dirty="0"/>
          </a:p>
        </p:txBody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now threat-model, break, fix, and ship secure software.</a:t>
            </a:r>
            <a:endParaRPr lang="en-US" sz="1800" dirty="0"/>
          </a:p>
        </p:txBody>
      </p:sp>
      <p:pic>
        <p:nvPicPr>
          <p:cNvPr id="4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4700016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19 · Final</dc:title>
  <dc:subject>PptxGenJS Presentation</dc:subject>
  <dc:creator>Nutthakorn Chalaemwongwan</dc:creator>
  <cp:lastModifiedBy>Nutthakorn Chalaemwongwan</cp:lastModifiedBy>
  <cp:revision>1</cp:revision>
  <dcterms:created xsi:type="dcterms:W3CDTF">2026-09-26T14:49:49Z</dcterms:created>
  <dcterms:modified xsi:type="dcterms:W3CDTF">2026-09-26T14:49:49Z</dcterms:modified>
</cp:coreProperties>
</file>