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19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— Capstone CTF + Project Demos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 finale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Capstone CTF tournament — whole-term, team-based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Final project demos — graded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CTF tournament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API · supply chain · cloud · memory safety · LLM/agentic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leaderboard, prizes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= points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Final project demo (graded)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secured build end-to-end: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→ vulnerabilities →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+ signed artifact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demo + 5-min Q&amp;A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+ vuln report (CWE/OWASP 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code, SBOM, signed artifact, CI pipeline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threat-model, break, fix, and ship secure software.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19 · Final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