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Proctor deck. BEFORE class: plant per-student flags (seed_flags.py + the flag-planting notes in exams/week09-…-answers.md), bring up the targets, open CTFd. Confirm everyone's VM/Docker works in the first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time (150 min) + that flags are per-student (copying is traceable via seed_flags.py verify). Submit via CTFd or the Form.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areas as the W7 mock — no surprises. Extra challenges available in exams/item-bank.md (CTF pool) if you rotate.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attack only provided targets; per-challenge submit flag + 1-line method + mitigation (the method note earns partial credit + supports grading). Then start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collect submissions; grade with the answer key + seed_flags.py verify for copied flags. Preview W10 (APIs).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9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— Hands-on CTF Practical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Weeks 1–6 · Individual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Timed, in the sandbox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solved challenge = a flag = 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credit for documented progress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areas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— SQLi / command (DVWA / Juice Shop)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— reflected / stored / DOM (Juice Shop)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access — IDOR, weak JWT forgery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— crack a weak hash / break an ECB oracle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targets only — ethics policy applies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flags + a short note on method per challenge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collaboration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your flags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Unit C — Systems &amp; Modern Stack (Week 10, API security)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9 · Midterm</dc:title>
  <dc:subject>PptxGenJS Presentation</dc:subject>
  <dc:creator>Nutthakorn Chalaemwongwan</dc:creator>
  <cp:lastModifiedBy>Nutthakorn Chalaemwongwan</cp:lastModifiedBy>
  <cp:revision>1</cp:revision>
  <dcterms:created xsi:type="dcterms:W3CDTF">2026-06-29T11:31:12Z</dcterms:created>
  <dcterms:modified xsi:type="dcterms:W3CDTF">2026-06-29T11:31:12Z</dcterms:modified>
</cp:coreProperties>
</file>