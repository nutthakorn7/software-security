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9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— Hands-on CTF Practical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Weeks 1–6 · Individual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Timed, in the sandbox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solved challenge = a flag =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credit for documented progress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areas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— SQLi / command (DVWA / Juice Shop)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— reflected / stored / DOM (Juice Shop)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access — IDOR, weak JWT forgery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— crack a weak hash / break an ECB oracle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targets only — ethics policy applies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flags + a short note on method per challenge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collaboration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your flags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C — Systems &amp; Modern Stack (Week 10, API security)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9 · Midterm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