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class. One line: "By the end of today you'll be able to look at any system and ask the right 'what could go wrong' questions — and write them down in a way engineers can act on." Set the tone: this course is hands-on; we break things in a sandbox to learn to defend them.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 — 1 min. Tell them the lecture is ~2 h, then a 3 h lab where they threat-model a real app and play the card game. Flag the deliverable early: a 2–3 page threat model. Ask: "Who has heard the word 'threat model' before?" gauge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+ ethics (legally important). Emphasize: every flag is unique to you; copying is traceable; you may be asked to explain your work live. Say plainly: "Attacking systems you don't own is a crime — everything here is in a sandbox you're authorized to attack." Have them read/sign the ethics acknowledgment this week.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model. Give one concrete example each: C — your medical records; I — your bank balance not silently changed; A — the hospital system up during an emergency. Ask the class to classify a breach you name (e.g., "ransomware encrypts files" → hits A and often C). Stress the tagline; it recurs all term.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is the whole reason security is hard. Contrast a "use case" (user logs in) with a "misuse case" (attacker logs in as someone else). Exercise: pick the classroom projector login and ask "how would you abuse this?" Get 3 answers.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both precisely — these terms drive the whole DFD/STRIDE method. Draw on the board: browser | (boundary) | server | (boundary) | database. Anything crossing a boundary is where you scrutinize. Ask the class to list inputs of a login page → that's its attack surface.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"make it concrete" moment — walk the data flow on the board. Ask: "what does the app trust here?" (it trusts the filename). Show how a crafted filename escapes the folder. We'll STRIDE this exact element next slide. This worked example is what makes the abstract method click.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STRIDE is a checklist so you don't forget a category. Go letter by letter, 1 example each, ideally tied to /upload: T = swap a file; I = read another user's upload; D = upload a 10 GB file; E = upload a .php and execute it. Tell them: apply STRIDE to every element of the DFD.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Pay-off slide: the full STRIDE pass on one element. Let the class call out threats before revealing each line. This models exactly what they'll do in the lab. End with: "6 threats from ONE endpoint — now imagine the whole app."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 to the references we'll cite weekly. OWASP = what to prevent; CWE = the precise weakness id (e.g., CWE-22 path traversal); ATT&amp;CK = how real adversaries operate. They'll map every finding to a CWE/OWASP id all term.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mindset to the current policy moment (CISA, memory-safety roadmaps). Key idea: threat modeling catches design flaws *before* code exists — cheapest place to fix. Contrast cost of fixing at design vs in production (orders of magnitude).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the lab: it gamifies the STRIDE pass we just did. Each suit = a STRIDE category; you play a card by naming a concrete threat on the DFD. Make it competitive (leaderboard). It lowers the barrier for students who freeze on a blank page.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— get everyone's environment working today; setup pain derails later weeks. Have TAs circulate. Tell them to fork the course repo now. This is graded only on "it runs." ~ start of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lab. They repeat today's /upload worked example across the whole sample app. Remind: rank by likelihood × impact (not everything is critical), and propose a concrete mitigation each. Point them to THREAT-MODEL-TEMPLATE.md. Also: kick off the term project by threat-modeling NoteVault (see worksheet).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Address AI head-on, week 1. Frame it as a professional skill: future engineers use AI but must verify it. The Audit-the-AI task turns its weakness into the lesson. Be explicit about the integrity controls so expectations are set early.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3 lines. Cold-call 2 students: "give me one STRIDE threat for a login page." Confirm they can do the lab.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automate finding these bugs — and race to triage them. Get your VM working before then." Take questions; remind about the ethics acknowledgment + Lab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break sandbox targets and defend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Per-student flags · live scoreboard · weekly "Audit the AI"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/upload endpoint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  --(file)--&gt;  [Flask app]  --save f.filename--&gt;  uploads/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|                               ^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/files/&lt;name&gt;  --------serves back---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 the Internet → app trust boundary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the file bytes and the filename (attacker-controlled)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../../etc/passwd as a filename → path traversal (read outside uploads/)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 applied to /upload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no auth: anyone can upload as "anyone"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overwrite another user's file (same name)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no logs → can't prove who uploaded the malware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../ filename reads files outside the folder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no size limit → fill the disk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upload shell.php, then request it → code execution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catalogue of weaknesses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design out the bug class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government push toward memory-safe languages (more in Wk 11)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design flaws, not coding slips → A06: Insecure Design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tied to a real element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VirtualBox/UTM + Kali or Ubuntu VM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 inside the VM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proxy: Burp Suite Community or OWASP ZAP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2–3 page threat model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in this course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450592"/>
          </a:xfrm>
          <a:prstGeom prst="roundRect">
            <a:avLst>
              <a:gd name="adj" fmla="val 298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allowed — and you must disclose how you used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AI hallucinates APIs/CVEs and writes insecure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graded on understanding, not the answer: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live re-demos — explain it or score zero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flags are unique to you — copying is traceable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has an "Audit the AI" task: find what its answer gets wrong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 learn faster — never to skip the thinking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