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Mindset &amp; Threat Modeling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"secure" means (CIA)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vs. defender mindset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boundaries &amp;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the OWASP/MITRE landscape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Game: Elevation of Privilege · Lab 0 setup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 — how this course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week: lecture concept → hands-on game/lab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*break* sandbox targets and *defend* your own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first: attack only provided targets (see ETHICS.md)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"secure" mean?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Confidentiality — only the right people can read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— data/code can't be tampered with undetected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— the system is there when needed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not a feature you add — it's a property you design for.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Attacker vs. defender mindset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Defenders must close every hole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in misuse cases, not just use cases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can go wrong here?" at every boundary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boundaries &amp;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boundary: where data crosses between components of different privilege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surface: every input an attacker can reach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params, headers, cookies, file uploads, APIs, env vars, dependencies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STRIDE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Letter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Threat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Property violated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Spoofing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Authentication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Tampering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Integrity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Non-repudiation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Information disclosure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Confidentiality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Denial of service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Availability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Elevation of privilege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Authorization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you'll use all term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 10 (2025) — most critical web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LLM Top 10 (2025) — AI app risks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CWE — weakness catalog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— adversary tactics &amp; techniques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by Design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"Secure by Design": safety is the vendor's job, on by default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from "patch later" to "design out the bug class"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Industry/government push toward memory-safe languages (more in Wk 11)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Insecure Design (A06:2025)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bugs are *design* flaws, not coding slips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trust boundary, no rate limiting, dangerous defaults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 catches these *before* code exists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🎲 Game — Elevation of Privilege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free STRIDE card deck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cards against the sample app's data-flow diagram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valid threat = a point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a team-built STRIDE model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 — Environment setup (once)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VirtualBox/UTM + Kali or Ubuntu VM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Docker Compose inside the VM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proxy: Burp Suite Community or OWASP ZAP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docker run hello-world, git --version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1 — Threat-model a sample app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provided app (docker compose up)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DFD: processes, stores, external entities, trust boundaries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STRIDE to each element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top 5 risks (likelihood × impact) + one mitigation each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32461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2–3 page threat model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security; don't bolt it 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need one gap — model the whole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 + DFD = a repeatable way to find design flaws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Secure SDLC, tooling &amp; fuzzing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</dc:title>
  <dc:subject>PptxGenJS Presentation</dc:subject>
  <dc:creator>Nutthakorn Chalaemwongwan</dc:creator>
  <cp:lastModifiedBy>Nutthakorn Chalaemwongwan</cp:lastModifiedBy>
  <cp:revision>1</cp:revision>
  <dcterms:created xsi:type="dcterms:W3CDTF">2026-06-28T03:45:06Z</dcterms:created>
  <dcterms:modified xsi:type="dcterms:W3CDTF">2026-06-28T03:45:06Z</dcterms:modified>
</cp:coreProperties>
</file>