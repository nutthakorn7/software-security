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— 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weakness catalog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"design out the bug class"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Industry/government push toward memory-safe languages (more in Wk 11)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Insecure Design (A06:2025)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trust boundary, no rate limiting, dangerous defaults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catches these before code exists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VirtualBox/UTM + Kali or Ubuntu VM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 inside the VM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proxy: Burp Suite Community or OWASP ZAP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2–3 page threat model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on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“Audit the AI”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2026-06-28T04:36:06Z</dcterms:created>
  <dcterms:modified xsi:type="dcterms:W3CDTF">2026-06-28T04:36:06Z</dcterms:modified>
</cp:coreProperties>
</file>