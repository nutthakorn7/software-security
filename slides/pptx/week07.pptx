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Energy up — review week is a GAME, not a lecture. Set the frame: today's job is "zero surprises on exam day." ~5h block = cumulative quiz + Jeopardy + mock CTF + cheat sheet.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Start the session with the cumulative review quiz (quiz1.md, 25 pts, 30 min) per the AGENDA, THEN the games. Tell them everything today mirrors the real exam.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Fast recap — cold-call one student per row to give the one-liner from memory. Don't lecture; it's retrieval practice. ~10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by Houses/teams. Prep the board beforehand (6 categories × 5 values, questions seeded from the exam item bank). Rules: team picks, answers; wrong answer loses the points; end with a Final-Jeopardy wager. Keep it fast and loud. Award points into the CTFd/Houses board. ~60–75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EXACT Week 9 format/timing (see mock-ctf.md) so the real CTF feels familiar. Circulate; offer hints that cost points. The point is calibration: they should leave knowing what they can/can't do. ~90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real time here — these are the top exam point-losers every cohort. Ask the room which they're shaky on and drill those. ~8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Making the cheat sheet IS the studying (generative learning). Decide + announce now whether it's allowed in the written exam.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Logistics: state exam dates, what to bring, room/VM readiness for W9. Reassure: today's mock = the real 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7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&amp; Review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Pre-Midterm · Weeks 1–6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Weeks 1–6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Security Jeopardy team quiz-show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Mock CTF in the midterm format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one-page cheat sheet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7 · Review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of the half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Wk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Topic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One-line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Threat modeling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think like an attacker; STRIDE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SDLC &amp; tooling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SAST/DAST/SCA/fuzzing; shift left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Crypto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KDFs, AEAD; avoid ECB/MD5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Injection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data ≠ code; parameterize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XSS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encode per context; CSP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Auth &amp; access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authorize every request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7 · Review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Security Jeopardy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× point values: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Threat Modeling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Tooling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Crypto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Injection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XSS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Auth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7 · Review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Mock CTF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format as Week 9: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(SQLi / command)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(reflected/stored/DOM)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/ IDOR / JWT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(crack a hash / ECB oracle)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57200" y="364845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364845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surprises on exam day.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7 · Review</a:t>
            </a:r>
            <a:endParaRPr lang="en-US" sz="900" dirty="0"/>
          </a:p>
        </p:txBody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mistakes to avoid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Confusing encoding vs encryption vs hashing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"Validated input" ≠ safe → still parameterize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without authorization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client-side checks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7 · Review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one-page cheat sheet (your own) — may be allowed in the exam at instructor's discretion.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7 · Review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Midterm next week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8 = written · Wk 9 = hands-on CTF · covers Weeks 1–6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7 · Review</dc:title>
  <dc:subject>PptxGenJS Presentation</dc:subject>
  <dc:creator>Nutthakorn Chalaemwongwan</dc:creator>
  <cp:lastModifiedBy>Nutthakorn Chalaemwongwan</cp:lastModifiedBy>
  <cp:revision>1</cp:revision>
  <dcterms:created xsi:type="dcterms:W3CDTF">2026-06-29T11:31:12Z</dcterms:created>
  <dcterms:modified xsi:type="dcterms:W3CDTF">2026-06-29T11:31:12Z</dcterms:modified>
</cp:coreProperties>
</file>