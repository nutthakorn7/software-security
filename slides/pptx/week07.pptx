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Pre-Midterm ·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1–6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 team quiz-show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CTF in the midterm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cheat sheet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half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Threat modeling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think like an attacker; STRIDE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SDLC &amp; tooling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SAST/DAST/SCA/fuzzing; shift left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Crypto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KDFs, AEAD; avoid ECB/MD5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Injection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data ≠ code; parameterize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XSS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encode per context; CSP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 &amp; access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authorize every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Security Jeopardy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× point values: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 Modeling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Crypto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XSS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Auth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256946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31520" y="267919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pick; wrong answers lose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wager round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9: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(SQLi / command)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(reflected/stored/DOM)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IDOR / JWT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(crack a hash / ECB oracle)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36484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6484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on exam day.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 to avoid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encoding vs encryption vs hashing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"Validated input" ≠ safe → still parameterize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without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client-side checks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cheat sheet (your own) — may be allowed in the exam at instructor's discretion.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 = written · Wk 9 = hands-on CTF · covers Weeks 1–6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7 · Review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