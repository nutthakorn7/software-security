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Energy up — review week is a GAME, not a lecture. Set the frame: today's job is "zero surprises on exam day." ~5h block = cumulative quiz + Jeopardy + mock CTF + cheat sheet.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Roadmap, 1 min. Start the session with the cumulative review quiz (quiz1.md, 25 pts, 30 min) per the AGENDA, THEN the games. Tell them everything today mirrors the real exam.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recap — cold-call one student per row to give the one-liner from memory. Don't lecture; it's retrieval practice. Same unifying shape as Week 1's own trust-boundary concept: input crosses, a control sits at the crossing — the map makes that pattern visible across all 6 weeks at once, not just stated per week. ~10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by Houses/teams. Prep the board beforehand (6 categories × 5 values, questions seeded from the exam item bank). Rules: team picks, answers; wrong answer loses the points; end with a Final-Jeopardy wager. Keep it fast and loud. Award points into the CTFd/Houses board. ~60–75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EXACT Week 9 format (see mock-ctf.md) so the real CTF feels familiar — but the TIMING is 150 min per AGENDA.md and mock-ctf.md itself, not 90; get this wrong on stage and the room's schedule breaks by an hour. Circulate; offer hints that cost points. The point is calibration: they should leave knowing what they can/can't do. ~150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real time here — these are the top exam point-losers every cohort. Ask the room which they're shaky on and drill those. ~8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Making the cheat sheet IS the studying (generative learning). Decide + announce now whether it's allowed in the written exam.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Logistics: state exam dates, what to bring, room/VM readiness for W9. Reassure: today's mock = the real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&amp; Review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Pre-Midterm · Weeks 1–6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today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Weeks 1–6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Security Jeopardy team quiz-show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Mock CTF in the midterm format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one-page cheat sheet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7 · Review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of the half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diagram: A revision map of weeks 1 to 6: untrusted input crosses a trust boundary toward a sink, and every week places its control exactly at that crossing. Week 1 threat modeling: draw the DFD, run STRIDE at each crossing. Week 2 SDLC/tooling: Semgrep, Gitleaks, DAST and fuzzing catch what rides through commit/build/run unseen. Week 3 crypto: argon2id + AES-GCM with the key from the environment, not MD5/ECB with a fixed key. Week 4 injection: a parameterized query, no shell, an allow-list on the host. Week 5 XSS/CSRF: contextual encoding, a strict CSP, SameSite plus a real CSRF token. Week 6 auth: deny by default, a server-side owner check, and verifying the JWT's algorithm and signature. (web only)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7 · Review</a:t>
            </a:r>
            <a:endParaRPr lang="en-US" sz="900" dirty="0"/>
          </a:p>
        </p:txBody>
      </p:sp>
      <p:pic>
        <p:nvPicPr>
          <p:cNvPr id="7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Security Jeopardy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× point values: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Threat Modeling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Tooling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Crypto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Injection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XSS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Auth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7 · Review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Mock CTF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format as Week 9, 6 challenges, ~150 min: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8229600" cy="1719072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2075688"/>
            <a:ext cx="76809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(SQLi / command)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(stored only — reflected/DOM aren't in this mock)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/ IDOR / JWT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(crack a hash — the ECB oracle is a Week 3 lab task, not part of this mock)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3849624"/>
            <a:ext cx="8229600" cy="722376"/>
          </a:xfrm>
          <a:prstGeom prst="roundRect">
            <a:avLst>
              <a:gd name="adj" fmla="val 10127"/>
            </a:avLst>
          </a:prstGeom>
          <a:solidFill>
            <a:srgbClr val="E8EDF3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849624"/>
            <a:ext cx="76809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surprises on exam day.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7 · Review</a:t>
            </a:r>
            <a:endParaRPr lang="en-US" sz="900" dirty="0"/>
          </a:p>
        </p:txBody>
      </p:sp>
      <p:pic>
        <p:nvPicPr>
          <p:cNvPr id="11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 to avoid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encoding vs encryption vs hashing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"Validated input" ≠ safe → still parameterize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without authorization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client-side checks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7 · Review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 cheat sheet (your own) — may be allowed in the exam at instructor's discretion.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7 · Review</a:t>
            </a:r>
            <a:endParaRPr lang="en-US" sz="900" dirty="0"/>
          </a:p>
        </p:txBody>
      </p:sp>
      <p:pic>
        <p:nvPicPr>
          <p:cNvPr id="7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Midterm next week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 = written · Wk 9 = hands-on CTF · covers Weeks 1–6</a:t>
            </a:r>
            <a:endParaRPr lang="en-US" sz="1800" dirty="0"/>
          </a:p>
        </p:txBody>
      </p:sp>
      <p:pic>
        <p:nvPicPr>
          <p:cNvPr id="4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7 · Review</dc:title>
  <dc:subject>PptxGenJS Presentation</dc:subject>
  <dc:creator>Nutthakorn Chalaemwongwan</dc:creator>
  <cp:lastModifiedBy>Nutthakorn Chalaemwongwan</cp:lastModifiedBy>
  <cp:revision>1</cp:revision>
  <dcterms:created xsi:type="dcterms:W3CDTF">2026-09-26T14:49:48Z</dcterms:created>
  <dcterms:modified xsi:type="dcterms:W3CDTF">2026-09-26T14:49:48Z</dcterms:modified>
</cp:coreProperties>
</file>