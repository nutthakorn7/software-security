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 after midterm. Hook: change one number in an API URL and read a stranger's car location — that's the #1 API bug, and it's everywhere. Today: the OWASP API Top 10, hands-on.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APIs are where the web bugs (IDOR, injection) reappear without a browser to hide behind. Lab = raid the deliberately vulnerable crAPI app, then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 from the web unit. The midterm tested W1-6; APIs reuse all of it. Ask: "what was IDOR?" — because BOLA (the #1 API risk) is literally IDOR at API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framing. No browser = no SameSite/CSP safety net; the API is the raw attack surface. APIs expose object ids by design (REST). Mobile/SPA clients are fully attacker-controlled — never trust what they 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crAPI BOLA challenge. Same root cause as W6 IDOR: authenticated, but no per-object ownership check. Ask: "the server knows who I am — why does it still leak 1002?" (it never checks the object belongs to me).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it: the server takes the JSON and binds every field to the model, including ones the UI never exposes (role, credit, is_verified). This is the crAPI mass-assignment challenge and the weekly quiz Q6. Fix = allow-list the bindable fields.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out the list. API4 = no rate limit → brute force / cost blowup. Excessive data exposure = API returns the whole user object and the UI just hides fields — attacker reads the raw JSON.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ownership check on every object access (kills BOLA). DTO/allow-list binding kills mass assignment AND excessive exposure in one move. Schema validation at the edge rejects junk early.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recon for the CTF/midterm-style tasks: enumerate before you exploit. Emphasize ethics + scope: only against provided sandbox targets. This is the "map the attack surface" muscle from W1, applied live.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that "a feature" + missing authz = RCE. A legit admin editor, abused once an attacker has access. Ties to least-privilege: even admins shouldn't be able to inject executable code.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crAPI is OWASP's intentionally vulnerable API. Round 2 (fix) is graded. Note crAPI is heavier (compose stack) — start the pull early. Q6 of the quiz asks for the mass-assignment field + fix + flag.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API-Top-10 mapping. AI-resilient tasks count. Also the NoteVault project API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one check stops BOLA?" (per-object ownership authorization).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leave the web — crash a C binary with a fuzzer and hijack its execution, then rewrite it in Rust." Remind crAPI pulled before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10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Security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&amp;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resource consumption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crAPI Raid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Web half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auth/IDOR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concentrate all of these — and add their 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APIs are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Machine-to-machine, no browser to "protect"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IDs everywhere → ripe for IDOR/BOLA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can send any field →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OWASP API Security Top 10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(API1) — the #1 API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/api/vehicle/1001/location   → yours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/api/vehicle/1002/location   → someone else's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 Level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IDOR, at API scale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assignment (API3)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/api/user  { "name":"x", "role":"admin", "credit":9999 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sets fields the server blindly binds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Privilege/credit escalation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of the Top 10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API2 — broken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API4 — unrestricted resource consumption (no rate limit)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API6 — unrestricted access to sensitive business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data exposure (over-returning fields)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on every request (check ownership)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request schemas — bind only intended fields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/ quotas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needed fields (DTOs)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(OpenAPI / GraphQL types)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Complementary: black-box recon cheat-sheet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only have an IP/URL (Kali):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netdiscover                 # find hosts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-sV target             # ports/services (80/443?)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nikto -h http://target      # web server issues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dirb  http://target         # hidden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wpscan --url http://target  # if WordPress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hydra ... http-post-form    # password attack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feature abused as backdoor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404-template RCE → reverse shell: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Appearance → Theme Editor → 404 Template → insert exec(...)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trigger by visiting any non-existent page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-lvp 34567 -e /bin/bash   # attacker gets a shell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17296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admin features become RCE without strict authz + integrity checks.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Game — crAPI Raid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https://github.com/OWASP/crAPI.git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crAPI/deploy/docker &amp;&amp; docker compose up -d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2768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BOLA: read another user's vehicle/order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340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340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assignment: set a forbidden field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1912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1912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consumption: hit an unthrottled endpoint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484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484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authz + schema validation + rate limiting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10 — labs/week10-api-security/worksheet.md (Part 3) · kickoff: docker compose up → :8080 (insecure) / :8081 (secure)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mapped to the API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(authz checks, schemas, limits)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exploits now fail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BOLA/IDOR is the dominant API bug — check ownership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only fields you intend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throttle everything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Memory-safety &amp; exploitation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10</dc:title>
  <dc:subject>PptxGenJS Presentation</dc:subject>
  <dc:creator>Nutthakorn Chalaemwongwan</dc:creator>
  <cp:lastModifiedBy>Nutthakorn Chalaemwongwan</cp:lastModifiedBy>
  <cp:revision>1</cp:revision>
  <dcterms:created xsi:type="dcterms:W3CDTF">2026-06-28T15:46:04Z</dcterms:created>
  <dcterms:modified xsi:type="dcterms:W3CDTF">2026-06-28T15:46:04Z</dcterms:modified>
</cp:coreProperties>
</file>