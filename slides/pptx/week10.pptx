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" y="411480"/>
            <a:ext cx="187452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" y="566928"/>
            <a:ext cx="1563624" cy="62179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1783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300" kern="0" dirty="0">
                <a:solidFill>
                  <a:srgbClr val="E3520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 10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03504" y="2240280"/>
            <a:ext cx="7955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Security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640080" y="38404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Nutthakorn Chalaemwongwan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REST/GraphQL attack surface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API Security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 &amp;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&amp; resource consumption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🎮 Game: crAPI Raid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Recap — Web half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Injection, XSS, auth/IDOR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concentrate all of these — and add their own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APIs are different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Machine-to-machine, no browser to "protect" them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IDs everywhere → ripe for IDOR/BOLA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Clients can send any field → mass assignment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 the OWASP API Security Top 10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BOLA (API1) — the #1 API risk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/api/vehicle/1001/location   → yours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/api/vehicle/1002/location   → someone else's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276856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386584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 Object Level Authorization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IDOR, at API scale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Mass assignment (API3)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530352"/>
          </a:xfrm>
          <a:prstGeom prst="roundRect">
            <a:avLst>
              <a:gd name="adj" fmla="val 10345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/api/user  { "name":"x", "role":"admin", "credit":9999 }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020824"/>
            <a:ext cx="8229600" cy="896112"/>
          </a:xfrm>
          <a:prstGeom prst="roundRect">
            <a:avLst>
              <a:gd name="adj" fmla="val 8163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130552"/>
            <a:ext cx="76809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sets fields the server blindly binds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Privilege/credit escalation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of the Top 10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517904"/>
          </a:xfrm>
          <a:prstGeom prst="roundRect">
            <a:avLst>
              <a:gd name="adj" fmla="val 4819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API2 — broken authentication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API4 — unrestricted resource consumption (no rate limit)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API6 — unrestricted access to sensitive business flows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Excessive data exposure (over-returning fields)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828800"/>
          </a:xfrm>
          <a:prstGeom prst="roundRect">
            <a:avLst>
              <a:gd name="adj" fmla="val 4000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1609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Object-level authorization on every request (check ownership)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Allow-list request schemas — bind only intended fields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/ quotas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only needed fields (DTOs)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validation (OpenAPI / GraphQL types)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Complementary: black-box recon cheat-sheet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only have an IP/URL (Kali):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810512"/>
          </a:xfrm>
          <a:prstGeom prst="roundRect">
            <a:avLst>
              <a:gd name="adj" fmla="val 3030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netdiscover                 # find hosts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-sV target             # ports/services (80/443?)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nikto -h http://target      # web server issues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dirb  http://target         # hidden paths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wpscan --url http://target  # if WordPress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hydra ... http-post-form    # password attack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0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Real-world: feature abused as backdoor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548640" y="13258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WordPress 404-template RCE → reverse shell: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965960"/>
            <a:ext cx="8229600" cy="1042416"/>
          </a:xfrm>
          <a:prstGeom prst="roundRect">
            <a:avLst>
              <a:gd name="adj" fmla="val 5263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2039112"/>
            <a:ext cx="786384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Appearance → Theme Editor → 404 Template → insert exec(...)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trigger by visiting any non-existent page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nc -lvp 34567 -e /bin/bash   # attacker gets a shell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57200" y="3172968"/>
            <a:ext cx="8229600" cy="822960"/>
          </a:xfrm>
          <a:prstGeom prst="roundRect">
            <a:avLst>
              <a:gd name="adj" fmla="val 8889"/>
            </a:avLst>
          </a:prstGeom>
          <a:solidFill>
            <a:srgbClr val="1E2B45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3172968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Legitimate admin features become RCE without strict authz + integrity checks.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12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🥷 Game — crAPI Raid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786384"/>
          </a:xfrm>
          <a:prstGeom prst="roundRect">
            <a:avLst>
              <a:gd name="adj" fmla="val 6977"/>
            </a:avLst>
          </a:prstGeom>
          <a:solidFill>
            <a:srgbClr val="0A1020"/>
          </a:solidFill>
          <a:ln w="12700">
            <a:solidFill>
              <a:srgbClr val="1E2B4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0080" y="1399032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clone https://github.com/OWASP/crAPI.git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E7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crAPI/deploy/docker &amp;&amp; docker compose up -d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02920" y="22768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22768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51560" y="22768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BOLA: read another user's vehicle/order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02920" y="27340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1051560" y="27340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assignment: set a forbidden field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502920" y="31912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" y="3191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51560" y="31912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consumption: hit an unthrottled endpoint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502920" y="3648456"/>
            <a:ext cx="384048" cy="384048"/>
          </a:xfrm>
          <a:prstGeom prst="ellipse">
            <a:avLst/>
          </a:prstGeom>
          <a:solidFill>
            <a:srgbClr val="E35205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17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1051560" y="3648456"/>
            <a:ext cx="7589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2: add authz + schema validation + rate limiting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21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mapped to the API Top 10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(authz checks, schemas, limits)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exploits now fail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30352" cy="530352"/>
          </a:xfrm>
          <a:prstGeom prst="ellipse">
            <a:avLst/>
          </a:prstGeom>
          <a:solidFill>
            <a:srgbClr val="E35205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521208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3291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457200" y="1325880"/>
            <a:ext cx="8229600" cy="1207008"/>
          </a:xfrm>
          <a:prstGeom prst="roundRect">
            <a:avLst>
              <a:gd name="adj" fmla="val 6061"/>
            </a:avLst>
          </a:prstGeom>
          <a:solidFill>
            <a:srgbClr val="18243A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435608"/>
            <a:ext cx="7680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BOLA/IDOR is the dominant API bug — check ownership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only fields you intend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and throttle everything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457200" y="4800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Security · Week 10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1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73736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6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658368" y="28346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352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Memory-safety &amp; exploitation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772400" y="4590288"/>
            <a:ext cx="969264" cy="475488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</p:sp>
      <p:pic>
        <p:nvPicPr>
          <p:cNvPr id="5" name="Image 0" descr="/Users/pop7/Library/CloudStorage/OneDrive-MonsterConnectCo.,Ltd/Lecture/KOSEN69 - software-security/slides/pptx/assets/logo-sm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2984" y="4681728"/>
            <a:ext cx="768096" cy="3566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Software Security · Week 10</dc:title>
  <dc:subject>PptxGenJS Presentation</dc:subject>
  <dc:creator>Nutthakorn Chalaemwongwan</dc:creator>
  <cp:lastModifiedBy>Nutthakorn Chalaemwongwan</cp:lastModifiedBy>
  <cp:revision>1</cp:revision>
  <dcterms:created xsi:type="dcterms:W3CDTF">2026-06-28T03:45:07Z</dcterms:created>
  <dcterms:modified xsi:type="dcterms:W3CDTF">2026-06-28T03:45:07Z</dcterms:modified>
</cp:coreProperties>
</file>