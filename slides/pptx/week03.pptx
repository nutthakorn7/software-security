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Used Correctly (and Misused)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vs encryption vs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done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/ asymmetric basics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crypto failures (A04:2025)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Capture the Hash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2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find bugs; today we study a bug *class*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misuse is subtle — code "works" but isn't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people confuse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— one-way, fixed-size digest (integrity, passwords)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— reversible *with a key* (confidentiality)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— reversible *without a key* (Base64 ≠ security!)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vs asymmetric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(AES, ChaCha20) — one shared key,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(RSA, ECC) — public/private key pair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uses asymmetric to exchange a symmetric session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storage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or plain hashes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slow, salted KDF: argon2id (preferred), bcrypt, scrypt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per-user and random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argon2 import PasswordHasher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 = PasswordHasher()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ph.hash("correct horse battery staple")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crypto failures (A04:2025)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mode → identical plaintext blocks leak patterns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keys / keys in source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RNG (random instead of secrets/CSPRNG)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/ SHA-1 for security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encryption (no integrity)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ECB is broken (the penguin)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encrypts each block independently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plaintext block → same ciphertext block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Structure/patterns survive encryption →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encryption: AES-GCM or ChaCha20-Poly1305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from a secrets manager / KMS — never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CSPRNG: secrets (Python), crypto.randomBytes (Node)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SHA-256+ for integrity; argon2id/bcrypt for passwords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CWE-327 — broken/risky crypto algorithm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CWE-916 — weak password hash (no/weak KDF)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CWE-330 — insufficiently random values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CWE-321 — hardcoded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Game — Capture the Hash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(speedrun): crack unsalted/MD5 hashes (hashcat/john + wordlist); fastest team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exploit an ECB oracle (identical blocks)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argon2id + AES-GCM + keys from env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 hashes + method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oracle exploitation notes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code + which CWE each fix closes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is not encryption; hashing is not reversible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+ authenticated encryption — never roll your 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and key handling matter as much as the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Injection &amp; input handling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3</dc:title>
  <dc:subject>PptxGenJS Presentation</dc:subject>
  <dc:creator>Nutthakorn Chalaemwongwan</dc:creator>
  <cp:lastModifiedBy>Nutthakorn Chalaemwongwan</cp:lastModifiedBy>
  <cp:revision>1</cp:revision>
  <dcterms:created xsi:type="dcterms:W3CDTF">2026-06-28T03:45:06Z</dcterms:created>
  <dcterms:modified xsi:type="dcterms:W3CDTF">2026-06-28T03:45:06Z</dcterms:modified>
</cp:coreProperties>
</file>