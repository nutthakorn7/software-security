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paste an MD5 hash on screen and crack it live in seconds with a wordlist — "this is why how you store passwords matters." Today is about using crypto correctly; most failures are misuse, not broken math.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Lab: crack weak hashes + break an ECB oracle, then remediate. Theme: "don't roll your own crypto; misuse vetted primitives correctly."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SAST tool flags MD5 (W2) — today we understand WHY it's wrong and what to do instead.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#1 source of crypto bugs is conceptual confusion. Demo: base64-decode a string live to show encoding gives no protection. Ask: "is hashing reversible?" (no) "is Base64?" (yes, trivially).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intuitive: symmetric = one shared password (fast, but key distribution problem); asymmetric = padlock anyone can close, only you open. TLS = best of both.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common real-world crypto failure. Why slow + salted: slow defeats brute force, salt defeats rainbow tables and makes identical passwords hash differently. Tie to the hook (cracked MD5).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 that makes ECB "click". Walk the block mapping: identical plaintext → identical ciphertext, so structure leaks. Show the ECB-penguin image if you have it. This is exactly the ECB oracle they break in the lab.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attack: the attacker doesn't "reverse" the hash — they hash guesses and compare. Fast+unsalted = cheap; salted+slow = expensive. This is the lab's round 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checklist of what to look for / avoid. Each maps to a CWE they'll cite. Note: "no integrity" = attacker can flip ciphertext bits undetected → that's why AEAD (GCM) matters.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"right answers" slide — students should leave able to pick the correct primitive. Emphasize: use vetted libraries, don't invent.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reference; they map lab findings to these.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rounds before lab. Round 1 = instant-feedback fun; round 3 = the real learning (fix it). Leaderboard on round 1.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Graded output. Also: crack NoteVault's MD5 hashes for the project (worksheet). Point to vulnerable_crypto.py + solution_skeleton.py.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"how should we store passwords, and why salted+slow?"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type one quote mark and log in as admin." Remind: hashcat + wordlist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Used Correctly (and Misused)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vs encryption vs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done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/ asymmetric basics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crypto failures (A04:2025)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Game: Capture the Hash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2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find bug patterns; today we study one bug class deeply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misuse is subtle: code "works" but isn't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people confuse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— one-way, fixed-size digest (integrity, passwords)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— reversible with a key (confidentiality)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— reversible without a key (Base64 ≠ security!)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vs asymmetric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(AES, ChaCha20) — one shared key,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(RSA, ECC) — public/private key pair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uses asymmetric to exchange a symmetric session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storage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or plain hashes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slow, salted KDF: argon2id (preferred), bcrypt, scrypt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per-user and random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argon2 import PasswordHasher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 = PasswordHasher(); hash = ph.hash("correct horse battery staple")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why ECB leaks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plaintext blocks:   [AAAA][AAAA][BBBB][AAAA]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AES-ECB ciphertext: [ X  ][ X  ][ Y  ][ X  ]   ← same block → same cipher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encrypts each block independently → patterns survive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"ECB penguin": the image is still recognizable encrypted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an authenticated mode (AES-GCM) with a random nonce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Hash — how cracking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strip comments, then crack unsalted MD5 with a wordlist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hashcat -m 0 hashes.txt rockyou.txt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Unsalted fast hash → attacker hashes wordlist once, matches millions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would force per-guess work; a slow KDF makes it infeasible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crypto failures (A04:2025)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mode → block patterns leak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keys / keys in source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RNG (random instead of secrets/CSPRNG) (CWE-330)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/ SHA-1 for security; unauthenticated encryption (no integrity)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encryption: AES-GCM or ChaCha20-Poly1305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from a secrets manager / KMS — never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CSPRNG: secrets (Python), crypto.randomBytes (Node)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SHA-256+ for integrity; argon2id/bcrypt for passwords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CWE-327 — broken/risky crypto algorithm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CWE-916 — weak password hash (no/weak KDF)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CWE-330 — insufficiently random values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CWE-321 — hardcoded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Game — Capture the Hash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(speedrun): crack unsalted/MD5 hashes — fastest team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exploit an ECB oracle (identical blocks)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argon2id + AES-GCM + keys from env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 hashes + method · ECB-leak proof · predictable-token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code (misuse → fix → CWE closed)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≠ encryption; hashing isn't reversible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+ authenticated encryption — never roll your 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&amp; key handling matter as much as the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Injection &amp; input handling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3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