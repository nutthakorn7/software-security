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energy as W7 — game, not lecture. Frame: consolidate the modern stack + a few first-half callbacks; zero surprises for the final.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Roadmap. Open with the cumulative review quiz (quiz2.md, 25 pts) per AGENDA, then the games.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 one student per row for the one-liner (retrieval). Add 2–3 first-half callbacks (injection, auth) since the final is cumulative. ~10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run as W7 but whole-course. Seed questions from exams/item-bank.md (final pool). Teams = Houses; Final-Jeopardy wager; points to the CTFd board. ~60–75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EXACT W19 team format (mock-ctf.md / CTF pool), incl. a binary (toolbox container) + LLM challenge so nothing is new on final day. ~90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scope + logistics clearly. Remind teams the W19 demo is graded — bring a runnable project.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checklist of what to bring to W19; confirm project repos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17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Review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Pre-Final · Weeks 10–16 (+ callbacks)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Weeks 10–16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Security Jeopardy: Champions Edition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Mock final CTF (Week 19 format)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the modern stack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Wk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Topic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One-line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API security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check ownership; bind intended fields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Memory safety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fuzz, exploit, go memory-safe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Supply chain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SBOM, SLSA, sign &amp; verify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Cloud/container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least privilege, no misconfig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AI/LLM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prompt injection; least-privilege tools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DevSecOps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automated gates; fail closed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Jeopardy: Champions Edition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Whole-course categories — modern stack + first-half callbacks: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API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Memory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Supply Chain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Cloud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AI/LLM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DevSecOps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final CTF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format as Week 19: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API · supply chain · cloud · binary · LLM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Team-based, leaderboard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scope reminder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18 written: cumulative, emphasis on Weeks 10–16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19: capstone CTF tournament + final project demos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next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project: threat model, SBOM, signed artifact, CI pipeline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17 · Review</dc:title>
  <dc:subject>PptxGenJS Presentation</dc:subject>
  <dc:creator>Nutthakorn Chalaemwongwan</dc:creator>
  <cp:lastModifiedBy>Nutthakorn Chalaemwongwan</cp:lastModifiedBy>
  <cp:revision>1</cp:revision>
  <dcterms:created xsi:type="dcterms:W3CDTF">2026-06-29T11:31:12Z</dcterms:created>
  <dcterms:modified xsi:type="dcterms:W3CDTF">2026-06-29T11:31:12Z</dcterms:modified>
</cp:coreProperties>
</file>