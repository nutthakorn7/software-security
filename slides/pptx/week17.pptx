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energy as W7 — game, not lecture. Frame: consolidate the modern stack + a few first-half callbacks; zero surprises for the final.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Roadmap. Open with the cumulative review quiz (quiz2.md, 25 pts) per AGENDA, then the games.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 one student per row for the one-liner (retrieval) — the diagram's own first-half callback per row IS the "add 2-3 callbacks" instruction, made concrete instead of left to memory. Week 16 is on the map but flag it as differently-assessed — quiz2.md doesn't examine it, the W19 demo does. ~10 min.
Diagram: A revision map for weeks 10 to 16, built on three spine properties every control needs: at a boundary, checked server-side per request (week 10's /api/users/3/orders); on by default, the safe path the only path (week 11's safe.rs bounds checks); fail closed, deny and log the reason, never the secret (week 15's port 8090 vs 8091). Then one row per week, each tied back to a first-half week it builds on: 10 API security builds on 6 authorization; 11 memory safety builds on 4 injection, the sink is now the stack; 12 supply chain builds on 2 SDLC, the scanner is now SCA/SBOM/cosign; 13 cloud/container builds on 3 crypto, a baked-in key is not a secret; 14 AI/LLM builds on 5 XSS, model output is untrusted input; 15 DevSecOps builds on 2 tooling, the same scanners now stop the build; 16 capstone builds on 1 threat modeling, the week 1 DFD is deliverable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run as W7 but whole-course. Seed questions from exams/item-bank.md (final pool). Weight the board toward DevSecOps and first-half callbacks, not more API questions — the mock CTF right after this covers API well; it has ZERO DevSecOps or Capstone coverage, yet DevSecOps is 15 of the Wk18 written exam's 100 marks and W19 challenge #14 (Break the Build, 15 pts). Say this gap out loud to the room. Teams = Houses; Final-Jeopardy wager; points to the CTFd board. ~75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the "same format" framing head-on — this course's own lesson-plan notes exist specifically because instructors kept saying "same as the final" and it isn't. Also correct a second, easy-to-repeat mistake: don't say "W19 is 25% of the final grade" — the 25% is the combined W18+W19 average; W19 alone is roughly half that. And don't imply DevSecOps is W18-only: ctf.md's #14 Break the Build (15 pts, Week 15's fail-open /admin) is a W19 challenge, though the mock never tests it. The capstone itself is not a CTF topic — it's the graded project demo. Run mock-ctf.md / CTF pool, incl. a binary (toolbox container) + LLM challenge. Budget: 150 min per AGENDA (quiz 30 + Jeopardy 75 + break 15 + mock 150 + debrief 30 = 300 total) — not 90, that's a 60-min undercount that will visibly break the room's pacing. ~150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scope + logistics clearly — 10-15, not 10-16 (this was deliberately corrected in exam.md, don't reintroduce the old range here). W19's demo format changed too: pre-recorded + async grading, because the old live-demo format can't fit N≈80-120 students into a 90-min block. Remind teams the W19 demo is graded — bring a runnable project + the video.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checklist of what to bring to W19; confirm project repos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17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Review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Pre-Final · Weeks 10–16 (+ callbacks)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408176"/>
          </a:xfrm>
          <a:prstGeom prst="roundRect">
            <a:avLst>
              <a:gd name="adj" fmla="val 519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Weeks 10–16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Security Jeopardy: Champions Edition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Mock final CTF (same team mechanic as Week 19 — not the same coverage, see below)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of the modern stack</a:t>
            </a:r>
            <a:endParaRPr lang="en-US" sz="2600" dirty="0"/>
          </a:p>
        </p:txBody>
      </p:sp>
      <p:pic>
        <p:nvPicPr>
          <p:cNvPr id="5" name="Image 1" descr="A revision map for weeks 10 to 16, built on three spine properties every control needs: at a boundary, checked server-side per request (week 10's /api/users/3/orders); on by default, the safe path the only path (week 11's safe.rs bounds checks); fail closed, deny and log the reason, never the secret (week 15's port 8090 vs 8091). Then one row per week, each tied back to a first-half week it builds on: 10 API security builds on 6 authorization; 11 memory safety builds on 4 injection, the sink is now the stack; 12 supply chain builds on 2 SDLC, the scanner is now SCA/SBOM/cosign; 13 cloud/container builds on 3 crypto, a baked-in key is not a secret; 14 AI/LLM builds on 5 XSS, model output is untrusted input; 15 DevSecOps builds on 2 tooling, the same scanners now stop the build; 16 capstone builds on 1 threat modeling, the week 1 DFD is deliverable on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8156" y="1097280"/>
            <a:ext cx="3487687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Jeopardy: Champions Edition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Whole-course categories — modern stack + first-half callbacks: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API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Memory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Supply Chain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Cloud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AI/LLM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DevSecOps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final CTF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same format as Week 19 — say so explicitly: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2523744"/>
          </a:xfrm>
          <a:prstGeom prst="roundRect">
            <a:avLst>
              <a:gd name="adj" fmla="val 289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challenges here vs. 14 in W19; Web is 1 optional callback here vs. 5 separate W19 challenges (60/165 pts)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DevSecOps challenge in the mock; W19 has one — #14 Break the Build (15 pts, Week 15) — and DevSecOps is also on the Week 18 written paper (15/100 pts)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has hints, ungraded; W19 has none, and is graded as half of the "Final" bucket — W18 written + W19 CTF together are 25% of the course grade, not W19 alone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Team-based, leaderboard — the team mechanic and general flow ARE the same, just not the coverage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9" name="Image 1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scope reminder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98448"/>
          </a:xfrm>
          <a:prstGeom prst="roundRect">
            <a:avLst>
              <a:gd name="adj" fmla="val 563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18 written: cumulative, emphasis on Weeks 10–15 (Week 16 capstone isn't separately examined)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19: capstone CTF tournament + final project demos (video walkthrough linked in the report, due with it; live Q&amp;A only if the instructor calls your team)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next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project: threat model, SBOM, signed artifact, CI pipeline</a:t>
            </a:r>
            <a:endParaRPr lang="en-US" sz="1800" dirty="0"/>
          </a:p>
        </p:txBody>
      </p:sp>
      <p:pic>
        <p:nvPicPr>
          <p:cNvPr id="4" name="Image 0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17 · Review</dc:title>
  <dc:subject>PptxGenJS Presentation</dc:subject>
  <dc:creator>Nutthakorn Chalaemwongwan</dc:creator>
  <cp:lastModifiedBy>Nutthakorn Chalaemwongwan</cp:lastModifiedBy>
  <cp:revision>1</cp:revision>
  <dcterms:created xsi:type="dcterms:W3CDTF">2026-10-25T13:29:28Z</dcterms:created>
  <dcterms:modified xsi:type="dcterms:W3CDTF">2026-10-25T13:29:28Z</dcterms:modified>
</cp:coreProperties>
</file>