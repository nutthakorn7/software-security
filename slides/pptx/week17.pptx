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17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Reflection &amp; Review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Pre-Final · Weeks 10–16 (+ callbacks)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 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 Weeks 10–16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Security Jeopardy: Champions Edition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 Mock final CTF (Week 19 format)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17 · Review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of the modern stack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Wk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Topic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One-line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API security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check ownership; bind intended fields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11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Memory safety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fuzz, exploit, go memory-safe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12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Supply chain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SBOM, SLSA, sign &amp; verify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13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Cloud/container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least privilege, no misconfig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14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AI/LLM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prompt injection; least-privilege tools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15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DevSecOps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automated gates; fail closed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17 · Review</a:t>
            </a:r>
            <a:endParaRPr lang="en-US" sz="900" dirty="0"/>
          </a:p>
        </p:txBody>
      </p:sp>
      <p:pic>
        <p:nvPicPr>
          <p:cNvPr id="7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Jeopardy: Champions Edition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Whole-course categories — modern stack + first-half callbacks: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659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API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Memory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Supply Chain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Cloud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AI/LLM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DevSecOps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17 · Review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🧪 Mock final CTF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format as Week 19: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31520" y="207568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· API · supply chain · cloud · binary · LLM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Team-based, leaderboard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17 · Review</a:t>
            </a:r>
            <a:endParaRPr lang="en-US" sz="900" dirty="0"/>
          </a:p>
        </p:txBody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scope reminder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18 written: cumulative, emphasis on Weeks 10–16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19: capstone CTF tournament + final project demos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17 · Review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next week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your project: threat model, SBOM, signed artifact, CI pipeline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17 · Review</dc:title>
  <dc:subject>PptxGenJS Presentation</dc:subject>
  <dc:creator>Nutthakorn Chalaemwongwan</dc:creator>
  <cp:lastModifiedBy>Nutthakorn Chalaemwongwan</cp:lastModifiedBy>
  <cp:revision>1</cp:revision>
  <dcterms:created xsi:type="dcterms:W3CDTF">2026-06-28T10:05:47Z</dcterms:created>
  <dcterms:modified xsi:type="dcterms:W3CDTF">2026-06-28T10:05:47Z</dcterms:modified>
</cp:coreProperties>
</file>