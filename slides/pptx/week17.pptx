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17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Reflection &amp; Review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Pre-Final · Weeks 10–16 (+ callbacks)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 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Security Jeopardy: Champions Edition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Mock final CTF (Week 19 format)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of the modern stack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Wk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Topic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One-line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API security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check ownership; bind intended fields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11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Memory safety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fuzz, exploit, go memory-safe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12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Supply chain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SBOM, SLSA, sign &amp; verify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13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Cloud/container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least privilege, no misconfig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14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AI/LLM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prompt injection; least-privilege tools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4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DevSecOps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6EDF3"/>
                          </a:solidFill>
                        </a:rPr>
                        <a:t>automated gates; fail closed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B4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sp>
        <p:nvSpPr>
          <p:cNvPr id="7" name="Shape 3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8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🎯 Jeopardy: Champions Edition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Whole-course categories — modern stack + first-half callbacks: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API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Memory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Supply Chain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Cloud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AI/LLM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1726"/>
                          </a:solidFill>
                        </a:rPr>
                        <a:t>DevSecOps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E17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5205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🧪 Mock final CTF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format as Week 19: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207568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API · supply chain · cloud · binary · LLM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Team-based, leaderboard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 scope reminder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18 written: cumulative, emphasis on Weeks 10–16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Wk 19: capstone CTF tournament + final project demos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17 · Review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next week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project: threat model, SBOM, signed artifact, CI pipeline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17 · Review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