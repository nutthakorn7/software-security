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8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Midterm — Written Exam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Weeks 1–6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(set by instructor)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/ open-note: (instructor's choice)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question types — concepts + applied reasoning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8 · Midterm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assessed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modeling: build/critique a STRIDE model, identify trust boundaries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CWE/OWASP mapping: classify given vulnerabilities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the vuln: find &amp; explain the flaw in a code snippet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design: least privilege, defense in depth, fail closed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8 · Midterm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code carefully before answering "spot the vuln"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fix, not just the bug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finding to a CWE / OWASP category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8 · Midterm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luck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hands-on CTF practical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8 · Midterm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