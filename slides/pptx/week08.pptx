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Proctor deck. Before starting: confirm exam version (rotate from exams/item-bank.md each cohort), state time, closed/open-note rule, and integrity policy. Keep talking minimal once the clock starts.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Fill the blanks aloud (e.g. 120 min, open one-page cheat sheet if you allowed it in W7). State no phones/AI; sections A–D = concepts / spot-the-vuln / applied / design (100 pts).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briefly so expectations are clear, then move on — this is exam day, not teaching. Mirrors the W7 mock.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single biggest score-saver: name the FIX + CWE, not just "this is SQLi". Say it once, then start the clock.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Close: remind W9 is the hands-on CTF — VM/tools must be ready. Collect papers; grade with exams/week08-…-answers.md.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691640" cy="6766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8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Midterm — Written Exam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Weeks 1–6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Duration: (set by instructor)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/ open-note: (instructor's choice)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 question types — concepts + applied reasoning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8 · Midterm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assessed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modeling: build/critique a STRIDE model, identify trust boundaries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CWE/OWASP mapping: classify given vulnerabilities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 the vuln: find &amp; explain the flaw in a code snippet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design: least privilege, defense in depth, fail closed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8 · Midterm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code carefully before answering "spot the vuln"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fix, not just the bug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every finding to a CWE / OWASP category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8 · Midterm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 luck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9: hands-on CTF practical</a:t>
            </a:r>
            <a:endParaRPr lang="en-US" sz="1800" dirty="0"/>
          </a:p>
        </p:txBody>
      </p:sp>
      <p:pic>
        <p:nvPicPr>
          <p:cNvPr id="4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8 · Midterm</dc:title>
  <dc:subject>PptxGenJS Presentation</dc:subject>
  <dc:creator>Nutthakorn Chalaemwongwan</dc:creator>
  <cp:lastModifiedBy>Nutthakorn Chalaemwongwan</cp:lastModifiedBy>
  <cp:revision>1</cp:revision>
  <dcterms:created xsi:type="dcterms:W3CDTF">2026-06-29T11:31:12Z</dcterms:created>
  <dcterms:modified xsi:type="dcterms:W3CDTF">2026-06-29T11:31:12Z</dcterms:modified>
</cp:coreProperties>
</file>